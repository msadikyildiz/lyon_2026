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0"/>
    <p:restoredTop sz="94690"/>
  </p:normalViewPr>
  <p:slideViewPr>
    <p:cSldViewPr snapToGrid="0">
      <p:cViewPr varScale="1">
        <p:scale>
          <a:sx n="71" d="100"/>
          <a:sy n="71" d="100"/>
        </p:scale>
        <p:origin x="1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733C-F8AD-2F49-8107-0D78BBE08749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D86D-28DF-CD42-AF26-FA511722C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48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733C-F8AD-2F49-8107-0D78BBE08749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D86D-28DF-CD42-AF26-FA511722C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8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733C-F8AD-2F49-8107-0D78BBE08749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D86D-28DF-CD42-AF26-FA511722C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21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733C-F8AD-2F49-8107-0D78BBE08749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D86D-28DF-CD42-AF26-FA511722C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15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733C-F8AD-2F49-8107-0D78BBE08749}" type="datetimeFigureOut">
              <a:rPr lang="en-US" smtClean="0"/>
              <a:t>5/14/25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D86D-28DF-CD42-AF26-FA511722C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48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733C-F8AD-2F49-8107-0D78BBE08749}" type="datetimeFigureOut">
              <a:rPr lang="en-US" smtClean="0"/>
              <a:t>5/14/25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D86D-28DF-CD42-AF26-FA511722C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8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733C-F8AD-2F49-8107-0D78BBE08749}" type="datetimeFigureOut">
              <a:rPr lang="en-US" smtClean="0"/>
              <a:t>5/14/25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D86D-28DF-CD42-AF26-FA511722C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1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733C-F8AD-2F49-8107-0D78BBE08749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D86D-28DF-CD42-AF26-FA511722C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733C-F8AD-2F49-8107-0D78BBE08749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D86D-28DF-CD42-AF26-FA511722C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1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733C-F8AD-2F49-8107-0D78BBE08749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D86D-28DF-CD42-AF26-FA511722C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2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C733C-F8AD-2F49-8107-0D78BBE08749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0D86D-28DF-CD42-AF26-FA511722C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1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C733C-F8AD-2F49-8107-0D78BBE08749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0D86D-28DF-CD42-AF26-FA511722C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9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7785E1-E4BF-E5D0-712F-A63458AE66B9}"/>
              </a:ext>
            </a:extLst>
          </p:cNvPr>
          <p:cNvSpPr>
            <a:spLocks noChangeAspect="1"/>
          </p:cNvSpPr>
          <p:nvPr/>
        </p:nvSpPr>
        <p:spPr>
          <a:xfrm>
            <a:off x="7554649" y="428103"/>
            <a:ext cx="2377440" cy="2377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AA57EF-32EE-8031-01C0-A7FA3E27E686}"/>
              </a:ext>
            </a:extLst>
          </p:cNvPr>
          <p:cNvSpPr>
            <a:spLocks/>
          </p:cNvSpPr>
          <p:nvPr/>
        </p:nvSpPr>
        <p:spPr>
          <a:xfrm>
            <a:off x="7551868" y="2799211"/>
            <a:ext cx="2377440" cy="2377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7ED8E-6631-B205-CFC1-3545350E2B3F}"/>
              </a:ext>
            </a:extLst>
          </p:cNvPr>
          <p:cNvSpPr txBox="1"/>
          <p:nvPr/>
        </p:nvSpPr>
        <p:spPr>
          <a:xfrm>
            <a:off x="7555049" y="7562088"/>
            <a:ext cx="2377440" cy="368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Cefepime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24793FC-8370-FF8F-2A5C-895653F700F3}"/>
              </a:ext>
            </a:extLst>
          </p:cNvPr>
          <p:cNvGrpSpPr/>
          <p:nvPr/>
        </p:nvGrpSpPr>
        <p:grpSpPr>
          <a:xfrm>
            <a:off x="7554649" y="759101"/>
            <a:ext cx="2397757" cy="1029484"/>
            <a:chOff x="9326880" y="4665489"/>
            <a:chExt cx="2397757" cy="1029484"/>
          </a:xfrm>
        </p:grpSpPr>
        <p:cxnSp>
          <p:nvCxnSpPr>
            <p:cNvPr id="9" name="Curved Connector 8">
              <a:extLst>
                <a:ext uri="{FF2B5EF4-FFF2-40B4-BE49-F238E27FC236}">
                  <a16:creationId xmlns:a16="http://schemas.microsoft.com/office/drawing/2014/main" id="{E0335FC8-46BA-627A-9064-B040FF31C3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4895539"/>
              <a:ext cx="2377440" cy="419185"/>
            </a:xfrm>
            <a:prstGeom prst="curvedConnector3">
              <a:avLst>
                <a:gd name="adj1" fmla="val 32414"/>
              </a:avLst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841B63-D0FB-3665-E574-C6D9AFEBB842}"/>
                </a:ext>
              </a:extLst>
            </p:cNvPr>
            <p:cNvSpPr txBox="1"/>
            <p:nvPr/>
          </p:nvSpPr>
          <p:spPr>
            <a:xfrm>
              <a:off x="10999467" y="4665489"/>
              <a:ext cx="6333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A114V</a:t>
              </a:r>
            </a:p>
          </p:txBody>
        </p:sp>
        <p:cxnSp>
          <p:nvCxnSpPr>
            <p:cNvPr id="11" name="Curved Connector 10">
              <a:extLst>
                <a:ext uri="{FF2B5EF4-FFF2-40B4-BE49-F238E27FC236}">
                  <a16:creationId xmlns:a16="http://schemas.microsoft.com/office/drawing/2014/main" id="{6AB4F9F0-45D0-959D-0800-B31D9E979F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5088799"/>
              <a:ext cx="2377440" cy="222754"/>
            </a:xfrm>
            <a:prstGeom prst="curvedConnector3">
              <a:avLst>
                <a:gd name="adj1" fmla="val 31985"/>
              </a:avLst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F87DB5-091B-C164-8AFC-4664140514AB}"/>
                </a:ext>
              </a:extLst>
            </p:cNvPr>
            <p:cNvSpPr txBox="1"/>
            <p:nvPr/>
          </p:nvSpPr>
          <p:spPr>
            <a:xfrm>
              <a:off x="9472020" y="4975723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prs</a:t>
              </a:r>
            </a:p>
          </p:txBody>
        </p:sp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938ACC6C-C378-8697-4C79-3570C73E5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5280742"/>
              <a:ext cx="2377440" cy="29948"/>
            </a:xfrm>
            <a:prstGeom prst="curvedConnector3">
              <a:avLst>
                <a:gd name="adj1" fmla="val 47426"/>
              </a:avLst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urved Connector 13">
              <a:extLst>
                <a:ext uri="{FF2B5EF4-FFF2-40B4-BE49-F238E27FC236}">
                  <a16:creationId xmlns:a16="http://schemas.microsoft.com/office/drawing/2014/main" id="{22022B21-90AA-19C9-C5B1-E426776A7D29}"/>
                </a:ext>
              </a:extLst>
            </p:cNvPr>
            <p:cNvCxnSpPr>
              <a:cxnSpLocks/>
            </p:cNvCxnSpPr>
            <p:nvPr/>
          </p:nvCxnSpPr>
          <p:spPr>
            <a:xfrm>
              <a:off x="9326880" y="5308540"/>
              <a:ext cx="2377440" cy="159876"/>
            </a:xfrm>
            <a:prstGeom prst="curvedConnector3">
              <a:avLst>
                <a:gd name="adj1" fmla="val 31127"/>
              </a:avLst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4">
              <a:extLst>
                <a:ext uri="{FF2B5EF4-FFF2-40B4-BE49-F238E27FC236}">
                  <a16:creationId xmlns:a16="http://schemas.microsoft.com/office/drawing/2014/main" id="{9E48F5CA-99FB-BC39-036A-5D8B471C65D1}"/>
                </a:ext>
              </a:extLst>
            </p:cNvPr>
            <p:cNvCxnSpPr>
              <a:cxnSpLocks/>
            </p:cNvCxnSpPr>
            <p:nvPr/>
          </p:nvCxnSpPr>
          <p:spPr>
            <a:xfrm>
              <a:off x="9326880" y="5318815"/>
              <a:ext cx="2377440" cy="323767"/>
            </a:xfrm>
            <a:prstGeom prst="curvedConnector3">
              <a:avLst>
                <a:gd name="adj1" fmla="val 30616"/>
              </a:avLst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47F3C4-DEFD-73E0-0D01-DAB55B2A8CD8}"/>
                </a:ext>
              </a:extLst>
            </p:cNvPr>
            <p:cNvSpPr txBox="1"/>
            <p:nvPr/>
          </p:nvSpPr>
          <p:spPr>
            <a:xfrm>
              <a:off x="11038417" y="4872795"/>
              <a:ext cx="5437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R79C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E0D477-1FF4-2BB6-7833-222DD1C47B6E}"/>
                </a:ext>
              </a:extLst>
            </p:cNvPr>
            <p:cNvSpPr txBox="1"/>
            <p:nvPr/>
          </p:nvSpPr>
          <p:spPr>
            <a:xfrm>
              <a:off x="11099105" y="5057298"/>
              <a:ext cx="5597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A76V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FD8C655-372B-8ADA-231C-9CD06833DD3A}"/>
                </a:ext>
              </a:extLst>
            </p:cNvPr>
            <p:cNvSpPr txBox="1"/>
            <p:nvPr/>
          </p:nvSpPr>
          <p:spPr>
            <a:xfrm>
              <a:off x="11107921" y="5234993"/>
              <a:ext cx="5483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A11S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282E84-304E-7E50-EB66-A263616809B9}"/>
                </a:ext>
              </a:extLst>
            </p:cNvPr>
            <p:cNvSpPr txBox="1"/>
            <p:nvPr/>
          </p:nvSpPr>
          <p:spPr>
            <a:xfrm>
              <a:off x="11147235" y="5417974"/>
              <a:ext cx="5774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I151T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87B422-33D7-084B-7510-50D3FDFE8A2E}"/>
              </a:ext>
            </a:extLst>
          </p:cNvPr>
          <p:cNvGrpSpPr/>
          <p:nvPr/>
        </p:nvGrpSpPr>
        <p:grpSpPr>
          <a:xfrm>
            <a:off x="7554649" y="1910349"/>
            <a:ext cx="2377440" cy="827254"/>
            <a:chOff x="9326880" y="5816737"/>
            <a:chExt cx="2377440" cy="827254"/>
          </a:xfrm>
        </p:grpSpPr>
        <p:cxnSp>
          <p:nvCxnSpPr>
            <p:cNvPr id="21" name="Curved Connector 20">
              <a:extLst>
                <a:ext uri="{FF2B5EF4-FFF2-40B4-BE49-F238E27FC236}">
                  <a16:creationId xmlns:a16="http://schemas.microsoft.com/office/drawing/2014/main" id="{4FA6352B-6BC5-0784-E119-BD8C9F180C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6032741"/>
              <a:ext cx="2377440" cy="222754"/>
            </a:xfrm>
            <a:prstGeom prst="curvedConnector3">
              <a:avLst>
                <a:gd name="adj1" fmla="val 31985"/>
              </a:avLst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0E8281F-638D-EB5A-3D61-6196773DAA5F}"/>
                </a:ext>
              </a:extLst>
            </p:cNvPr>
            <p:cNvSpPr txBox="1"/>
            <p:nvPr/>
          </p:nvSpPr>
          <p:spPr>
            <a:xfrm>
              <a:off x="9377443" y="5949092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phoQ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Curved Connector 22">
              <a:extLst>
                <a:ext uri="{FF2B5EF4-FFF2-40B4-BE49-F238E27FC236}">
                  <a16:creationId xmlns:a16="http://schemas.microsoft.com/office/drawing/2014/main" id="{FF8E2830-3A6E-5EDD-9591-82438C00E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6224684"/>
              <a:ext cx="2377440" cy="29948"/>
            </a:xfrm>
            <a:prstGeom prst="curvedConnector3">
              <a:avLst>
                <a:gd name="adj1" fmla="val 47426"/>
              </a:avLst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urved Connector 23">
              <a:extLst>
                <a:ext uri="{FF2B5EF4-FFF2-40B4-BE49-F238E27FC236}">
                  <a16:creationId xmlns:a16="http://schemas.microsoft.com/office/drawing/2014/main" id="{D937730B-9B4F-2D22-0B5B-C0EADC5CDF2F}"/>
                </a:ext>
              </a:extLst>
            </p:cNvPr>
            <p:cNvCxnSpPr>
              <a:cxnSpLocks/>
            </p:cNvCxnSpPr>
            <p:nvPr/>
          </p:nvCxnSpPr>
          <p:spPr>
            <a:xfrm>
              <a:off x="9326880" y="6252482"/>
              <a:ext cx="2377440" cy="159876"/>
            </a:xfrm>
            <a:prstGeom prst="curvedConnector3">
              <a:avLst>
                <a:gd name="adj1" fmla="val 31127"/>
              </a:avLst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18B2D9F0-F61D-413B-EEFF-58182243F934}"/>
                </a:ext>
              </a:extLst>
            </p:cNvPr>
            <p:cNvCxnSpPr>
              <a:cxnSpLocks/>
            </p:cNvCxnSpPr>
            <p:nvPr/>
          </p:nvCxnSpPr>
          <p:spPr>
            <a:xfrm>
              <a:off x="9326880" y="6262757"/>
              <a:ext cx="2377440" cy="323767"/>
            </a:xfrm>
            <a:prstGeom prst="curvedConnector3">
              <a:avLst>
                <a:gd name="adj1" fmla="val 30616"/>
              </a:avLst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1B49E5A-AF99-DE8A-8400-081F3428EEB7}"/>
                </a:ext>
              </a:extLst>
            </p:cNvPr>
            <p:cNvSpPr txBox="1"/>
            <p:nvPr/>
          </p:nvSpPr>
          <p:spPr>
            <a:xfrm>
              <a:off x="11043993" y="5816737"/>
              <a:ext cx="5517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G39C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0B6E15C-47E0-8184-26DC-D5A0429DBF6A}"/>
                </a:ext>
              </a:extLst>
            </p:cNvPr>
            <p:cNvSpPr txBox="1"/>
            <p:nvPr/>
          </p:nvSpPr>
          <p:spPr>
            <a:xfrm>
              <a:off x="11019802" y="5996859"/>
              <a:ext cx="6158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IS2 ins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0A4898C-478E-C62D-A99D-6F174D36EA44}"/>
                </a:ext>
              </a:extLst>
            </p:cNvPr>
            <p:cNvSpPr txBox="1"/>
            <p:nvPr/>
          </p:nvSpPr>
          <p:spPr>
            <a:xfrm>
              <a:off x="11113497" y="6178935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indel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FC4300D-E30F-E7BD-549F-C74B10495351}"/>
                </a:ext>
              </a:extLst>
            </p:cNvPr>
            <p:cNvSpPr txBox="1"/>
            <p:nvPr/>
          </p:nvSpPr>
          <p:spPr>
            <a:xfrm>
              <a:off x="11064337" y="6366992"/>
              <a:ext cx="6158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IS5 ins</a:t>
              </a:r>
            </a:p>
          </p:txBody>
        </p:sp>
      </p:grp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CB182A9E-9671-897C-BEED-A68CF4BFC5CC}"/>
              </a:ext>
            </a:extLst>
          </p:cNvPr>
          <p:cNvCxnSpPr>
            <a:cxnSpLocks/>
          </p:cNvCxnSpPr>
          <p:nvPr/>
        </p:nvCxnSpPr>
        <p:spPr>
          <a:xfrm>
            <a:off x="7728590" y="2862543"/>
            <a:ext cx="2200718" cy="40035"/>
          </a:xfrm>
          <a:prstGeom prst="curved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91526197-D4FA-2AA2-CD72-50268DB935AF}"/>
              </a:ext>
            </a:extLst>
          </p:cNvPr>
          <p:cNvCxnSpPr>
            <a:cxnSpLocks/>
          </p:cNvCxnSpPr>
          <p:nvPr/>
        </p:nvCxnSpPr>
        <p:spPr>
          <a:xfrm>
            <a:off x="7741853" y="3047114"/>
            <a:ext cx="2180611" cy="112837"/>
          </a:xfrm>
          <a:prstGeom prst="curved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F9727D5C-8FA0-6F80-2BF4-27125C909BB3}"/>
              </a:ext>
            </a:extLst>
          </p:cNvPr>
          <p:cNvCxnSpPr>
            <a:cxnSpLocks/>
          </p:cNvCxnSpPr>
          <p:nvPr/>
        </p:nvCxnSpPr>
        <p:spPr>
          <a:xfrm flipV="1">
            <a:off x="7665550" y="3396255"/>
            <a:ext cx="2263758" cy="18704"/>
          </a:xfrm>
          <a:prstGeom prst="curved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5E4EF1A-B056-B950-0C36-778814A02AFB}"/>
              </a:ext>
            </a:extLst>
          </p:cNvPr>
          <p:cNvGrpSpPr/>
          <p:nvPr/>
        </p:nvGrpSpPr>
        <p:grpSpPr>
          <a:xfrm>
            <a:off x="7551868" y="3492458"/>
            <a:ext cx="2377569" cy="1455653"/>
            <a:chOff x="9326880" y="2649776"/>
            <a:chExt cx="2377569" cy="1455653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C28836B-596F-1C32-DA87-1DD96418FE55}"/>
                </a:ext>
              </a:extLst>
            </p:cNvPr>
            <p:cNvCxnSpPr/>
            <p:nvPr/>
          </p:nvCxnSpPr>
          <p:spPr>
            <a:xfrm>
              <a:off x="9326880" y="2926080"/>
              <a:ext cx="2377440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8C24C8C-8370-095B-7822-7B1A5A2C4BB4}"/>
                </a:ext>
              </a:extLst>
            </p:cNvPr>
            <p:cNvCxnSpPr/>
            <p:nvPr/>
          </p:nvCxnSpPr>
          <p:spPr>
            <a:xfrm>
              <a:off x="9326880" y="3152633"/>
              <a:ext cx="2377440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C6C9356-8DD7-2DDD-A062-2EE61BDD2BD9}"/>
                </a:ext>
              </a:extLst>
            </p:cNvPr>
            <p:cNvCxnSpPr/>
            <p:nvPr/>
          </p:nvCxnSpPr>
          <p:spPr>
            <a:xfrm>
              <a:off x="9327009" y="3383280"/>
              <a:ext cx="2377440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33121AB-DC5D-B6AB-7CF0-FC2F226D4DE3}"/>
                </a:ext>
              </a:extLst>
            </p:cNvPr>
            <p:cNvCxnSpPr/>
            <p:nvPr/>
          </p:nvCxnSpPr>
          <p:spPr>
            <a:xfrm>
              <a:off x="9327009" y="3611880"/>
              <a:ext cx="2377440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EF78CAD-5EE6-179C-3A62-2FDF32576E70}"/>
                </a:ext>
              </a:extLst>
            </p:cNvPr>
            <p:cNvCxnSpPr/>
            <p:nvPr/>
          </p:nvCxnSpPr>
          <p:spPr>
            <a:xfrm>
              <a:off x="9326880" y="3840480"/>
              <a:ext cx="2377440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9469D09-2793-1046-5D51-19B911146581}"/>
                </a:ext>
              </a:extLst>
            </p:cNvPr>
            <p:cNvCxnSpPr/>
            <p:nvPr/>
          </p:nvCxnSpPr>
          <p:spPr>
            <a:xfrm>
              <a:off x="9326880" y="4069080"/>
              <a:ext cx="2377440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431D7CE-170A-18BE-CCA9-4E199F81ACC5}"/>
                </a:ext>
              </a:extLst>
            </p:cNvPr>
            <p:cNvSpPr txBox="1"/>
            <p:nvPr/>
          </p:nvSpPr>
          <p:spPr>
            <a:xfrm>
              <a:off x="11090253" y="2649776"/>
              <a:ext cx="5229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gatA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A34BEB4-5801-3A49-B6C3-DE939C7F656C}"/>
                </a:ext>
              </a:extLst>
            </p:cNvPr>
            <p:cNvSpPr txBox="1"/>
            <p:nvPr/>
          </p:nvSpPr>
          <p:spPr>
            <a:xfrm>
              <a:off x="11085671" y="2894044"/>
              <a:ext cx="5229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hipA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69BD1F9-D2C0-7DAA-ADE2-EB7B574BA2DD}"/>
                </a:ext>
              </a:extLst>
            </p:cNvPr>
            <p:cNvSpPr txBox="1"/>
            <p:nvPr/>
          </p:nvSpPr>
          <p:spPr>
            <a:xfrm>
              <a:off x="11079354" y="3111538"/>
              <a:ext cx="4940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selB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E8388FF-0BA5-CA70-E57A-CA241958B2C8}"/>
                </a:ext>
              </a:extLst>
            </p:cNvPr>
            <p:cNvSpPr txBox="1"/>
            <p:nvPr/>
          </p:nvSpPr>
          <p:spPr>
            <a:xfrm>
              <a:off x="11080644" y="3336030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ftsH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DE89218-9545-DE70-9309-4C76FEBB6E55}"/>
                </a:ext>
              </a:extLst>
            </p:cNvPr>
            <p:cNvSpPr txBox="1"/>
            <p:nvPr/>
          </p:nvSpPr>
          <p:spPr>
            <a:xfrm>
              <a:off x="11082235" y="3565645"/>
              <a:ext cx="5517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rpoZ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A1F003A-4050-951B-BEE3-449A403270BD}"/>
                </a:ext>
              </a:extLst>
            </p:cNvPr>
            <p:cNvSpPr txBox="1"/>
            <p:nvPr/>
          </p:nvSpPr>
          <p:spPr>
            <a:xfrm>
              <a:off x="11077656" y="3797652"/>
              <a:ext cx="5229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fimE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E5AE2BE-BC50-2384-30C2-27DD820C0AB0}"/>
              </a:ext>
            </a:extLst>
          </p:cNvPr>
          <p:cNvGrpSpPr/>
          <p:nvPr/>
        </p:nvGrpSpPr>
        <p:grpSpPr>
          <a:xfrm>
            <a:off x="8199630" y="2812078"/>
            <a:ext cx="1775274" cy="654134"/>
            <a:chOff x="9974642" y="1969396"/>
            <a:chExt cx="1775274" cy="65413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EA4E05C-B41B-9BF0-34DA-70336678F134}"/>
                </a:ext>
              </a:extLst>
            </p:cNvPr>
            <p:cNvSpPr txBox="1"/>
            <p:nvPr/>
          </p:nvSpPr>
          <p:spPr>
            <a:xfrm>
              <a:off x="10665806" y="2315753"/>
              <a:ext cx="10548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GyrA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S83L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CBE1847-FA66-678E-82CE-C480F2D1C693}"/>
                </a:ext>
              </a:extLst>
            </p:cNvPr>
            <p:cNvSpPr txBox="1"/>
            <p:nvPr/>
          </p:nvSpPr>
          <p:spPr>
            <a:xfrm>
              <a:off x="10603961" y="2039878"/>
              <a:ext cx="11459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TrkH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L185Q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A59A365-0D11-F7B3-D19E-4D78CC98B5C1}"/>
                </a:ext>
              </a:extLst>
            </p:cNvPr>
            <p:cNvSpPr txBox="1"/>
            <p:nvPr/>
          </p:nvSpPr>
          <p:spPr>
            <a:xfrm>
              <a:off x="9974642" y="196939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glvC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F6457D2-B4AF-D467-73B5-1C45ABCAF27D}"/>
              </a:ext>
            </a:extLst>
          </p:cNvPr>
          <p:cNvGrpSpPr/>
          <p:nvPr/>
        </p:nvGrpSpPr>
        <p:grpSpPr>
          <a:xfrm>
            <a:off x="5171885" y="2803495"/>
            <a:ext cx="2379983" cy="2743200"/>
            <a:chOff x="9326880" y="1957051"/>
            <a:chExt cx="2379983" cy="2746772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91F0745-04A1-4A27-C1B1-CA466114639D}"/>
                </a:ext>
              </a:extLst>
            </p:cNvPr>
            <p:cNvSpPr>
              <a:spLocks/>
            </p:cNvSpPr>
            <p:nvPr/>
          </p:nvSpPr>
          <p:spPr>
            <a:xfrm>
              <a:off x="9329423" y="1957051"/>
              <a:ext cx="2377440" cy="23805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9DE3C42-1D20-EBB2-07AE-CFC1406C4D4A}"/>
                </a:ext>
              </a:extLst>
            </p:cNvPr>
            <p:cNvSpPr txBox="1"/>
            <p:nvPr/>
          </p:nvSpPr>
          <p:spPr>
            <a:xfrm>
              <a:off x="9326880" y="4334491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Amikacin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9EF813F4-5299-6FB9-1A78-B8FB7FC8E4D8}"/>
              </a:ext>
            </a:extLst>
          </p:cNvPr>
          <p:cNvSpPr>
            <a:spLocks noChangeAspect="1"/>
          </p:cNvSpPr>
          <p:nvPr/>
        </p:nvSpPr>
        <p:spPr>
          <a:xfrm>
            <a:off x="2796988" y="2804017"/>
            <a:ext cx="2377440" cy="2377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AB69DD4-2661-1E44-F2DB-61F4AEAF9CA8}"/>
              </a:ext>
            </a:extLst>
          </p:cNvPr>
          <p:cNvGrpSpPr/>
          <p:nvPr/>
        </p:nvGrpSpPr>
        <p:grpSpPr>
          <a:xfrm>
            <a:off x="2768116" y="2759095"/>
            <a:ext cx="2583468" cy="998048"/>
            <a:chOff x="6926292" y="1912129"/>
            <a:chExt cx="2583468" cy="998048"/>
          </a:xfrm>
        </p:grpSpPr>
        <p:cxnSp>
          <p:nvCxnSpPr>
            <p:cNvPr id="55" name="Curved Connector 54">
              <a:extLst>
                <a:ext uri="{FF2B5EF4-FFF2-40B4-BE49-F238E27FC236}">
                  <a16:creationId xmlns:a16="http://schemas.microsoft.com/office/drawing/2014/main" id="{7B044132-56C4-E422-F997-F945AD164D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9440" y="2110743"/>
              <a:ext cx="2377440" cy="419185"/>
            </a:xfrm>
            <a:prstGeom prst="curvedConnector3">
              <a:avLst>
                <a:gd name="adj1" fmla="val 32414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FEE7481-04C5-C9E4-29D1-EE0A919FD80F}"/>
                </a:ext>
              </a:extLst>
            </p:cNvPr>
            <p:cNvSpPr txBox="1"/>
            <p:nvPr/>
          </p:nvSpPr>
          <p:spPr>
            <a:xfrm>
              <a:off x="8475825" y="1912129"/>
              <a:ext cx="5677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D87Y</a:t>
              </a:r>
            </a:p>
          </p:txBody>
        </p:sp>
        <p:cxnSp>
          <p:nvCxnSpPr>
            <p:cNvPr id="57" name="Curved Connector 56">
              <a:extLst>
                <a:ext uri="{FF2B5EF4-FFF2-40B4-BE49-F238E27FC236}">
                  <a16:creationId xmlns:a16="http://schemas.microsoft.com/office/drawing/2014/main" id="{F9F9C2AC-B5DC-6CCC-B066-BF2692B4B8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9440" y="2304003"/>
              <a:ext cx="2377440" cy="222754"/>
            </a:xfrm>
            <a:prstGeom prst="curvedConnector3">
              <a:avLst>
                <a:gd name="adj1" fmla="val 31985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CD088BF-D0A5-7827-6B44-D21E3B0B6BF3}"/>
                </a:ext>
              </a:extLst>
            </p:cNvPr>
            <p:cNvSpPr txBox="1"/>
            <p:nvPr/>
          </p:nvSpPr>
          <p:spPr>
            <a:xfrm>
              <a:off x="6926292" y="2224470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gyrA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9" name="Curved Connector 58">
              <a:extLst>
                <a:ext uri="{FF2B5EF4-FFF2-40B4-BE49-F238E27FC236}">
                  <a16:creationId xmlns:a16="http://schemas.microsoft.com/office/drawing/2014/main" id="{69C8222F-AEE8-A70A-E36A-92AFBDFC8D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9440" y="2495946"/>
              <a:ext cx="2377440" cy="29948"/>
            </a:xfrm>
            <a:prstGeom prst="curvedConnector3">
              <a:avLst>
                <a:gd name="adj1" fmla="val 47426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urved Connector 59">
              <a:extLst>
                <a:ext uri="{FF2B5EF4-FFF2-40B4-BE49-F238E27FC236}">
                  <a16:creationId xmlns:a16="http://schemas.microsoft.com/office/drawing/2014/main" id="{C4D27728-451D-9637-28C6-465415A65D6E}"/>
                </a:ext>
              </a:extLst>
            </p:cNvPr>
            <p:cNvCxnSpPr>
              <a:cxnSpLocks/>
            </p:cNvCxnSpPr>
            <p:nvPr/>
          </p:nvCxnSpPr>
          <p:spPr>
            <a:xfrm>
              <a:off x="6949440" y="2523744"/>
              <a:ext cx="2377440" cy="159876"/>
            </a:xfrm>
            <a:prstGeom prst="curvedConnector3">
              <a:avLst>
                <a:gd name="adj1" fmla="val 31127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urved Connector 60">
              <a:extLst>
                <a:ext uri="{FF2B5EF4-FFF2-40B4-BE49-F238E27FC236}">
                  <a16:creationId xmlns:a16="http://schemas.microsoft.com/office/drawing/2014/main" id="{0C3E9D90-9C69-4E52-3CE7-E45FD95F2DEE}"/>
                </a:ext>
              </a:extLst>
            </p:cNvPr>
            <p:cNvCxnSpPr>
              <a:cxnSpLocks/>
            </p:cNvCxnSpPr>
            <p:nvPr/>
          </p:nvCxnSpPr>
          <p:spPr>
            <a:xfrm>
              <a:off x="6949440" y="2534019"/>
              <a:ext cx="2560320" cy="323767"/>
            </a:xfrm>
            <a:prstGeom prst="curvedConnector3">
              <a:avLst>
                <a:gd name="adj1" fmla="val 30616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CBAEB32-A876-051E-6ED3-8C8B9A3BD50E}"/>
                </a:ext>
              </a:extLst>
            </p:cNvPr>
            <p:cNvSpPr txBox="1"/>
            <p:nvPr/>
          </p:nvSpPr>
          <p:spPr>
            <a:xfrm>
              <a:off x="8632719" y="2087999"/>
              <a:ext cx="6333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A119E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B9063C4-B2B7-96E5-27B4-45E3BCE2C342}"/>
                </a:ext>
              </a:extLst>
            </p:cNvPr>
            <p:cNvSpPr txBox="1"/>
            <p:nvPr/>
          </p:nvSpPr>
          <p:spPr>
            <a:xfrm>
              <a:off x="8693407" y="2272502"/>
              <a:ext cx="5693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S83W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B298787-60D2-73F8-158A-9E8F3B5737BE}"/>
                </a:ext>
              </a:extLst>
            </p:cNvPr>
            <p:cNvSpPr txBox="1"/>
            <p:nvPr/>
          </p:nvSpPr>
          <p:spPr>
            <a:xfrm>
              <a:off x="8702223" y="2450197"/>
              <a:ext cx="5597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G81D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C8DE86F-FBF2-F285-CAA7-0FC84D6BAF19}"/>
                </a:ext>
              </a:extLst>
            </p:cNvPr>
            <p:cNvSpPr txBox="1"/>
            <p:nvPr/>
          </p:nvSpPr>
          <p:spPr>
            <a:xfrm>
              <a:off x="8741537" y="2633178"/>
              <a:ext cx="5180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S83L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6D1A06F-1535-325F-348E-242BDF8BED4B}"/>
              </a:ext>
            </a:extLst>
          </p:cNvPr>
          <p:cNvGrpSpPr/>
          <p:nvPr/>
        </p:nvGrpSpPr>
        <p:grpSpPr>
          <a:xfrm>
            <a:off x="2768115" y="3670477"/>
            <a:ext cx="2583469" cy="1463006"/>
            <a:chOff x="6926291" y="2823511"/>
            <a:chExt cx="2583469" cy="1463006"/>
          </a:xfrm>
        </p:grpSpPr>
        <p:cxnSp>
          <p:nvCxnSpPr>
            <p:cNvPr id="67" name="Curved Connector 66">
              <a:extLst>
                <a:ext uri="{FF2B5EF4-FFF2-40B4-BE49-F238E27FC236}">
                  <a16:creationId xmlns:a16="http://schemas.microsoft.com/office/drawing/2014/main" id="{9A4E1547-3012-E1DA-F0AB-D50D94FE0B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9440" y="3030914"/>
              <a:ext cx="2560320" cy="562780"/>
            </a:xfrm>
            <a:prstGeom prst="curvedConnector3">
              <a:avLst>
                <a:gd name="adj1" fmla="val 3195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urved Connector 67">
              <a:extLst>
                <a:ext uri="{FF2B5EF4-FFF2-40B4-BE49-F238E27FC236}">
                  <a16:creationId xmlns:a16="http://schemas.microsoft.com/office/drawing/2014/main" id="{2A09894B-2F60-DEE8-0572-6EEC8D048CB9}"/>
                </a:ext>
              </a:extLst>
            </p:cNvPr>
            <p:cNvCxnSpPr>
              <a:cxnSpLocks/>
            </p:cNvCxnSpPr>
            <p:nvPr/>
          </p:nvCxnSpPr>
          <p:spPr>
            <a:xfrm>
              <a:off x="6949440" y="3587092"/>
              <a:ext cx="2377440" cy="182587"/>
            </a:xfrm>
            <a:prstGeom prst="curvedConnector3">
              <a:avLst>
                <a:gd name="adj1" fmla="val 307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urved Connector 68">
              <a:extLst>
                <a:ext uri="{FF2B5EF4-FFF2-40B4-BE49-F238E27FC236}">
                  <a16:creationId xmlns:a16="http://schemas.microsoft.com/office/drawing/2014/main" id="{03DE8C3A-9F9B-6858-E8B7-18E044840B59}"/>
                </a:ext>
              </a:extLst>
            </p:cNvPr>
            <p:cNvCxnSpPr>
              <a:cxnSpLocks/>
            </p:cNvCxnSpPr>
            <p:nvPr/>
          </p:nvCxnSpPr>
          <p:spPr>
            <a:xfrm>
              <a:off x="6949440" y="3593694"/>
              <a:ext cx="2377440" cy="444598"/>
            </a:xfrm>
            <a:prstGeom prst="curvedConnector3">
              <a:avLst>
                <a:gd name="adj1" fmla="val 2681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urved Connector 69">
              <a:extLst>
                <a:ext uri="{FF2B5EF4-FFF2-40B4-BE49-F238E27FC236}">
                  <a16:creationId xmlns:a16="http://schemas.microsoft.com/office/drawing/2014/main" id="{34BB20A5-D8FE-98F0-CDCD-E70DB68837C0}"/>
                </a:ext>
              </a:extLst>
            </p:cNvPr>
            <p:cNvCxnSpPr>
              <a:cxnSpLocks/>
            </p:cNvCxnSpPr>
            <p:nvPr/>
          </p:nvCxnSpPr>
          <p:spPr>
            <a:xfrm>
              <a:off x="6949440" y="3580461"/>
              <a:ext cx="2377440" cy="680643"/>
            </a:xfrm>
            <a:prstGeom prst="curvedConnector3">
              <a:avLst>
                <a:gd name="adj1" fmla="val 20512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urved Connector 70">
              <a:extLst>
                <a:ext uri="{FF2B5EF4-FFF2-40B4-BE49-F238E27FC236}">
                  <a16:creationId xmlns:a16="http://schemas.microsoft.com/office/drawing/2014/main" id="{B5B4F25A-7CAB-5C46-D651-40CD224826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9440" y="3516681"/>
              <a:ext cx="2377440" cy="65782"/>
            </a:xfrm>
            <a:prstGeom prst="curvedConnector3">
              <a:avLst>
                <a:gd name="adj1" fmla="val 42051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urved Connector 71">
              <a:extLst>
                <a:ext uri="{FF2B5EF4-FFF2-40B4-BE49-F238E27FC236}">
                  <a16:creationId xmlns:a16="http://schemas.microsoft.com/office/drawing/2014/main" id="{49AAFB25-042B-76B4-BC76-013D0F5CBF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9440" y="3266117"/>
              <a:ext cx="2377440" cy="307552"/>
            </a:xfrm>
            <a:prstGeom prst="curvedConnector3">
              <a:avLst>
                <a:gd name="adj1" fmla="val 4278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52E701A-8C68-6BCD-2F50-6B74113EA73A}"/>
                </a:ext>
              </a:extLst>
            </p:cNvPr>
            <p:cNvSpPr txBox="1"/>
            <p:nvPr/>
          </p:nvSpPr>
          <p:spPr>
            <a:xfrm>
              <a:off x="6926291" y="3235399"/>
              <a:ext cx="5629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rpoB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2432193-2B57-1748-A5B8-75DB1794F1CB}"/>
                </a:ext>
              </a:extLst>
            </p:cNvPr>
            <p:cNvSpPr txBox="1"/>
            <p:nvPr/>
          </p:nvSpPr>
          <p:spPr>
            <a:xfrm>
              <a:off x="8579151" y="3513705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D1064G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CE7AB77-28ED-7997-BCB4-D0A8FDBD1FE8}"/>
                </a:ext>
              </a:extLst>
            </p:cNvPr>
            <p:cNvSpPr txBox="1"/>
            <p:nvPr/>
          </p:nvSpPr>
          <p:spPr>
            <a:xfrm>
              <a:off x="8662377" y="3771550"/>
              <a:ext cx="6206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E562D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900AF75-2407-2824-7216-F834F10F513E}"/>
                </a:ext>
              </a:extLst>
            </p:cNvPr>
            <p:cNvSpPr txBox="1"/>
            <p:nvPr/>
          </p:nvSpPr>
          <p:spPr>
            <a:xfrm>
              <a:off x="8640883" y="4009518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M129R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FE1C7C5-2CC6-33AF-9F18-B2D675630797}"/>
                </a:ext>
              </a:extLst>
            </p:cNvPr>
            <p:cNvSpPr txBox="1"/>
            <p:nvPr/>
          </p:nvSpPr>
          <p:spPr>
            <a:xfrm>
              <a:off x="8569403" y="3250087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D1064N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C1A9909-724C-004F-0F2B-002B7F58867A}"/>
                </a:ext>
              </a:extLst>
            </p:cNvPr>
            <p:cNvSpPr txBox="1"/>
            <p:nvPr/>
          </p:nvSpPr>
          <p:spPr>
            <a:xfrm>
              <a:off x="8585379" y="3030914"/>
              <a:ext cx="7200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H1237L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6817687-78C5-A649-6833-A9D12BC0FD39}"/>
                </a:ext>
              </a:extLst>
            </p:cNvPr>
            <p:cNvSpPr txBox="1"/>
            <p:nvPr/>
          </p:nvSpPr>
          <p:spPr>
            <a:xfrm>
              <a:off x="8632719" y="2823511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indel</a:t>
              </a:r>
            </a:p>
          </p:txBody>
        </p:sp>
      </p:grpSp>
      <p:cxnSp>
        <p:nvCxnSpPr>
          <p:cNvPr id="80" name="Curved Connector 79">
            <a:extLst>
              <a:ext uri="{FF2B5EF4-FFF2-40B4-BE49-F238E27FC236}">
                <a16:creationId xmlns:a16="http://schemas.microsoft.com/office/drawing/2014/main" id="{EA51867F-D142-1939-F06B-5F3318372F2B}"/>
              </a:ext>
            </a:extLst>
          </p:cNvPr>
          <p:cNvCxnSpPr>
            <a:cxnSpLocks/>
          </p:cNvCxnSpPr>
          <p:nvPr/>
        </p:nvCxnSpPr>
        <p:spPr>
          <a:xfrm flipV="1">
            <a:off x="5172920" y="2862543"/>
            <a:ext cx="2555670" cy="152516"/>
          </a:xfrm>
          <a:prstGeom prst="curvedConnector3">
            <a:avLst>
              <a:gd name="adj1" fmla="val 26529"/>
            </a:avLst>
          </a:prstGeom>
          <a:ln w="19050">
            <a:solidFill>
              <a:srgbClr val="003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50F7922A-BE58-CD6B-68F5-FFBB9E6CF684}"/>
              </a:ext>
            </a:extLst>
          </p:cNvPr>
          <p:cNvSpPr txBox="1"/>
          <p:nvPr/>
        </p:nvSpPr>
        <p:spPr>
          <a:xfrm>
            <a:off x="5147098" y="274195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glvC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D3010B7-8725-EFDC-F1D5-66E3C5EBF83A}"/>
              </a:ext>
            </a:extLst>
          </p:cNvPr>
          <p:cNvGrpSpPr/>
          <p:nvPr/>
        </p:nvGrpSpPr>
        <p:grpSpPr>
          <a:xfrm>
            <a:off x="5117642" y="2819874"/>
            <a:ext cx="2620091" cy="602113"/>
            <a:chOff x="9275818" y="1972908"/>
            <a:chExt cx="2620091" cy="602113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9B5DDD6-6512-30CF-2619-198289A4C1C7}"/>
                </a:ext>
              </a:extLst>
            </p:cNvPr>
            <p:cNvSpPr txBox="1"/>
            <p:nvPr/>
          </p:nvSpPr>
          <p:spPr>
            <a:xfrm>
              <a:off x="9275818" y="2097974"/>
              <a:ext cx="5132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trkH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4" name="Curved Connector 83">
              <a:extLst>
                <a:ext uri="{FF2B5EF4-FFF2-40B4-BE49-F238E27FC236}">
                  <a16:creationId xmlns:a16="http://schemas.microsoft.com/office/drawing/2014/main" id="{F1E55768-FD89-4C94-03A9-A43C2064D4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2662" y="2198914"/>
              <a:ext cx="2563247" cy="143686"/>
            </a:xfrm>
            <a:prstGeom prst="curvedConnector3">
              <a:avLst>
                <a:gd name="adj1" fmla="val 27407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C8F316B-5137-9D32-1FA9-122E6626E4CB}"/>
                </a:ext>
              </a:extLst>
            </p:cNvPr>
            <p:cNvSpPr txBox="1"/>
            <p:nvPr/>
          </p:nvSpPr>
          <p:spPr>
            <a:xfrm>
              <a:off x="11081024" y="1972908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L185Q</a:t>
              </a:r>
            </a:p>
          </p:txBody>
        </p: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284236B1-2AA2-8DFF-D429-B8833008201C}"/>
                </a:ext>
              </a:extLst>
            </p:cNvPr>
            <p:cNvCxnSpPr>
              <a:cxnSpLocks/>
            </p:cNvCxnSpPr>
            <p:nvPr/>
          </p:nvCxnSpPr>
          <p:spPr>
            <a:xfrm>
              <a:off x="9329571" y="2344808"/>
              <a:ext cx="2370395" cy="15215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69BE44D-A85C-6255-734F-04A08E58BB77}"/>
                </a:ext>
              </a:extLst>
            </p:cNvPr>
            <p:cNvSpPr txBox="1"/>
            <p:nvPr/>
          </p:nvSpPr>
          <p:spPr>
            <a:xfrm>
              <a:off x="11152501" y="215197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T20I</a:t>
              </a:r>
            </a:p>
          </p:txBody>
        </p:sp>
        <p:cxnSp>
          <p:nvCxnSpPr>
            <p:cNvPr id="88" name="Curved Connector 87">
              <a:extLst>
                <a:ext uri="{FF2B5EF4-FFF2-40B4-BE49-F238E27FC236}">
                  <a16:creationId xmlns:a16="http://schemas.microsoft.com/office/drawing/2014/main" id="{05C34746-5062-A89B-BCE3-43CCA4B3FC7C}"/>
                </a:ext>
              </a:extLst>
            </p:cNvPr>
            <p:cNvCxnSpPr>
              <a:cxnSpLocks/>
            </p:cNvCxnSpPr>
            <p:nvPr/>
          </p:nvCxnSpPr>
          <p:spPr>
            <a:xfrm>
              <a:off x="9331685" y="2350974"/>
              <a:ext cx="2367095" cy="152312"/>
            </a:xfrm>
            <a:prstGeom prst="curvedConnector3">
              <a:avLst>
                <a:gd name="adj1" fmla="val 29140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050B8FF-EB78-DB33-3B12-8522CF8B302D}"/>
                </a:ext>
              </a:extLst>
            </p:cNvPr>
            <p:cNvSpPr txBox="1"/>
            <p:nvPr/>
          </p:nvSpPr>
          <p:spPr>
            <a:xfrm>
              <a:off x="11132815" y="2298022"/>
              <a:ext cx="5597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L80Q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3F3F405-0F5B-9AEF-AA2B-76F09CDABC04}"/>
              </a:ext>
            </a:extLst>
          </p:cNvPr>
          <p:cNvGrpSpPr/>
          <p:nvPr/>
        </p:nvGrpSpPr>
        <p:grpSpPr>
          <a:xfrm>
            <a:off x="5118375" y="3364968"/>
            <a:ext cx="2438485" cy="1826998"/>
            <a:chOff x="9276551" y="2518002"/>
            <a:chExt cx="2438485" cy="1826998"/>
          </a:xfrm>
        </p:grpSpPr>
        <p:cxnSp>
          <p:nvCxnSpPr>
            <p:cNvPr id="91" name="Curved Connector 90">
              <a:extLst>
                <a:ext uri="{FF2B5EF4-FFF2-40B4-BE49-F238E27FC236}">
                  <a16:creationId xmlns:a16="http://schemas.microsoft.com/office/drawing/2014/main" id="{345A0B4B-8D50-E581-6047-D63EFF5FBA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2719781"/>
              <a:ext cx="2377440" cy="787986"/>
            </a:xfrm>
            <a:prstGeom prst="curvedConnector3">
              <a:avLst>
                <a:gd name="adj1" fmla="val 19793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urved Connector 91">
              <a:extLst>
                <a:ext uri="{FF2B5EF4-FFF2-40B4-BE49-F238E27FC236}">
                  <a16:creationId xmlns:a16="http://schemas.microsoft.com/office/drawing/2014/main" id="{2FB7A294-20A8-CD4B-5B55-3388E54EF0BA}"/>
                </a:ext>
              </a:extLst>
            </p:cNvPr>
            <p:cNvCxnSpPr>
              <a:cxnSpLocks/>
            </p:cNvCxnSpPr>
            <p:nvPr/>
          </p:nvCxnSpPr>
          <p:spPr>
            <a:xfrm>
              <a:off x="9331685" y="3511772"/>
              <a:ext cx="2372635" cy="6172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urved Connector 92">
              <a:extLst>
                <a:ext uri="{FF2B5EF4-FFF2-40B4-BE49-F238E27FC236}">
                  <a16:creationId xmlns:a16="http://schemas.microsoft.com/office/drawing/2014/main" id="{F6E281E4-D150-5DA5-EC55-D86E85805334}"/>
                </a:ext>
              </a:extLst>
            </p:cNvPr>
            <p:cNvCxnSpPr>
              <a:cxnSpLocks/>
            </p:cNvCxnSpPr>
            <p:nvPr/>
          </p:nvCxnSpPr>
          <p:spPr>
            <a:xfrm>
              <a:off x="9326880" y="3511659"/>
              <a:ext cx="2377440" cy="297199"/>
            </a:xfrm>
            <a:prstGeom prst="curvedConnector3">
              <a:avLst>
                <a:gd name="adj1" fmla="val 27940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urved Connector 93">
              <a:extLst>
                <a:ext uri="{FF2B5EF4-FFF2-40B4-BE49-F238E27FC236}">
                  <a16:creationId xmlns:a16="http://schemas.microsoft.com/office/drawing/2014/main" id="{8B40B261-4651-90D5-AC80-63BE53298036}"/>
                </a:ext>
              </a:extLst>
            </p:cNvPr>
            <p:cNvCxnSpPr>
              <a:cxnSpLocks/>
            </p:cNvCxnSpPr>
            <p:nvPr/>
          </p:nvCxnSpPr>
          <p:spPr>
            <a:xfrm>
              <a:off x="9326880" y="3505820"/>
              <a:ext cx="2377440" cy="780203"/>
            </a:xfrm>
            <a:prstGeom prst="curvedConnector3">
              <a:avLst>
                <a:gd name="adj1" fmla="val 19054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urved Connector 94">
              <a:extLst>
                <a:ext uri="{FF2B5EF4-FFF2-40B4-BE49-F238E27FC236}">
                  <a16:creationId xmlns:a16="http://schemas.microsoft.com/office/drawing/2014/main" id="{D9D80D23-A12B-5644-2962-3A981E2D63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3350745"/>
              <a:ext cx="2377440" cy="14951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urved Connector 95">
              <a:extLst>
                <a:ext uri="{FF2B5EF4-FFF2-40B4-BE49-F238E27FC236}">
                  <a16:creationId xmlns:a16="http://schemas.microsoft.com/office/drawing/2014/main" id="{46DA4377-BFDF-6CF9-F2D1-D082FCB649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2874356"/>
              <a:ext cx="2377440" cy="619399"/>
            </a:xfrm>
            <a:prstGeom prst="curvedConnector3">
              <a:avLst>
                <a:gd name="adj1" fmla="val 23024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0F17BA5-0787-85FB-9A1C-7BB14738EA38}"/>
                </a:ext>
              </a:extLst>
            </p:cNvPr>
            <p:cNvSpPr txBox="1"/>
            <p:nvPr/>
          </p:nvSpPr>
          <p:spPr>
            <a:xfrm>
              <a:off x="9276551" y="3070785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fusA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CD85160-DFAC-7D27-6B41-E78F9B8FDFB1}"/>
                </a:ext>
              </a:extLst>
            </p:cNvPr>
            <p:cNvSpPr txBox="1"/>
            <p:nvPr/>
          </p:nvSpPr>
          <p:spPr>
            <a:xfrm>
              <a:off x="11089254" y="2988030"/>
              <a:ext cx="5950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F605L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7D9ACEA-E33F-A857-5D80-682E13E6002E}"/>
                </a:ext>
              </a:extLst>
            </p:cNvPr>
            <p:cNvSpPr txBox="1"/>
            <p:nvPr/>
          </p:nvSpPr>
          <p:spPr>
            <a:xfrm>
              <a:off x="11042586" y="3144262"/>
              <a:ext cx="6229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G117C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CE52251-237B-E0C4-4FAD-60817E809109}"/>
                </a:ext>
              </a:extLst>
            </p:cNvPr>
            <p:cNvSpPr txBox="1"/>
            <p:nvPr/>
          </p:nvSpPr>
          <p:spPr>
            <a:xfrm>
              <a:off x="11094052" y="3308328"/>
              <a:ext cx="5517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G46C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59F2A66-188E-1AC8-A444-5E12396494A4}"/>
                </a:ext>
              </a:extLst>
            </p:cNvPr>
            <p:cNvSpPr txBox="1"/>
            <p:nvPr/>
          </p:nvSpPr>
          <p:spPr>
            <a:xfrm>
              <a:off x="11042586" y="2518002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A608V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7D47DBD-43E5-1C3E-BF39-C1BA37399D97}"/>
                </a:ext>
              </a:extLst>
            </p:cNvPr>
            <p:cNvSpPr txBox="1"/>
            <p:nvPr/>
          </p:nvSpPr>
          <p:spPr>
            <a:xfrm>
              <a:off x="11070308" y="2673298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A678V</a:t>
              </a:r>
            </a:p>
          </p:txBody>
        </p:sp>
        <p:cxnSp>
          <p:nvCxnSpPr>
            <p:cNvPr id="103" name="Curved Connector 102">
              <a:extLst>
                <a:ext uri="{FF2B5EF4-FFF2-40B4-BE49-F238E27FC236}">
                  <a16:creationId xmlns:a16="http://schemas.microsoft.com/office/drawing/2014/main" id="{B4242AB1-9AD0-A508-AEAC-E8E843B9B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3193934"/>
              <a:ext cx="2377440" cy="292713"/>
            </a:xfrm>
            <a:prstGeom prst="curvedConnector3">
              <a:avLst>
                <a:gd name="adj1" fmla="val 36091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7AB7E45-612B-EA57-7676-5FBB0254FE8C}"/>
                </a:ext>
              </a:extLst>
            </p:cNvPr>
            <p:cNvSpPr txBox="1"/>
            <p:nvPr/>
          </p:nvSpPr>
          <p:spPr>
            <a:xfrm>
              <a:off x="11095367" y="2832198"/>
              <a:ext cx="5950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F593L</a:t>
              </a:r>
            </a:p>
          </p:txBody>
        </p: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5D4E9A42-ABA4-05AF-C1F9-5C980784C85D}"/>
                </a:ext>
              </a:extLst>
            </p:cNvPr>
            <p:cNvCxnSpPr>
              <a:cxnSpLocks/>
            </p:cNvCxnSpPr>
            <p:nvPr/>
          </p:nvCxnSpPr>
          <p:spPr>
            <a:xfrm>
              <a:off x="9326880" y="3520351"/>
              <a:ext cx="2377440" cy="606533"/>
            </a:xfrm>
            <a:prstGeom prst="curvedConnector3">
              <a:avLst>
                <a:gd name="adj1" fmla="val 22738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02220DA-771C-C352-B778-01F2383A7AC2}"/>
                </a:ext>
              </a:extLst>
            </p:cNvPr>
            <p:cNvSpPr txBox="1"/>
            <p:nvPr/>
          </p:nvSpPr>
          <p:spPr>
            <a:xfrm>
              <a:off x="11139471" y="3456875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I61M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3A8C8EC9-FC26-0D5D-8F31-84CE4758F0BC}"/>
                </a:ext>
              </a:extLst>
            </p:cNvPr>
            <p:cNvSpPr txBox="1"/>
            <p:nvPr/>
          </p:nvSpPr>
          <p:spPr>
            <a:xfrm>
              <a:off x="11077734" y="3748328"/>
              <a:ext cx="6110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V166F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2CE8B0F-41DD-6C88-16B8-4695CF61090A}"/>
                </a:ext>
              </a:extLst>
            </p:cNvPr>
            <p:cNvSpPr txBox="1"/>
            <p:nvPr/>
          </p:nvSpPr>
          <p:spPr>
            <a:xfrm>
              <a:off x="11132772" y="3597671"/>
              <a:ext cx="5517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R59H</a:t>
              </a:r>
            </a:p>
          </p:txBody>
        </p:sp>
        <p:cxnSp>
          <p:nvCxnSpPr>
            <p:cNvPr id="109" name="Curved Connector 108">
              <a:extLst>
                <a:ext uri="{FF2B5EF4-FFF2-40B4-BE49-F238E27FC236}">
                  <a16:creationId xmlns:a16="http://schemas.microsoft.com/office/drawing/2014/main" id="{8D898241-A6DE-00DF-DB4C-D2FB8A969B39}"/>
                </a:ext>
              </a:extLst>
            </p:cNvPr>
            <p:cNvCxnSpPr>
              <a:cxnSpLocks/>
            </p:cNvCxnSpPr>
            <p:nvPr/>
          </p:nvCxnSpPr>
          <p:spPr>
            <a:xfrm>
              <a:off x="9326880" y="3517081"/>
              <a:ext cx="2377440" cy="149712"/>
            </a:xfrm>
            <a:prstGeom prst="curvedConnector3">
              <a:avLst>
                <a:gd name="adj1" fmla="val 31932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AF1687B-87E0-2E48-18F3-1ED36E80BCCF}"/>
                </a:ext>
              </a:extLst>
            </p:cNvPr>
            <p:cNvSpPr txBox="1"/>
            <p:nvPr/>
          </p:nvSpPr>
          <p:spPr>
            <a:xfrm>
              <a:off x="11072929" y="3905759"/>
              <a:ext cx="5950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P610T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E0A2649-D961-72DA-7D09-0AEEDCE8EC9D}"/>
                </a:ext>
              </a:extLst>
            </p:cNvPr>
            <p:cNvSpPr txBox="1"/>
            <p:nvPr/>
          </p:nvSpPr>
          <p:spPr>
            <a:xfrm>
              <a:off x="11089254" y="4068001"/>
              <a:ext cx="5950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P610L</a:t>
              </a:r>
            </a:p>
          </p:txBody>
        </p:sp>
        <p:cxnSp>
          <p:nvCxnSpPr>
            <p:cNvPr id="112" name="Curved Connector 111">
              <a:extLst>
                <a:ext uri="{FF2B5EF4-FFF2-40B4-BE49-F238E27FC236}">
                  <a16:creationId xmlns:a16="http://schemas.microsoft.com/office/drawing/2014/main" id="{ACC1AD6E-6E95-FB9A-A911-08277BDA5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3040224"/>
              <a:ext cx="2377440" cy="449566"/>
            </a:xfrm>
            <a:prstGeom prst="curvedConnector3">
              <a:avLst>
                <a:gd name="adj1" fmla="val 25031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urved Connector 112">
              <a:extLst>
                <a:ext uri="{FF2B5EF4-FFF2-40B4-BE49-F238E27FC236}">
                  <a16:creationId xmlns:a16="http://schemas.microsoft.com/office/drawing/2014/main" id="{0D26175F-36D2-D025-2F51-E5DEF45D6F86}"/>
                </a:ext>
              </a:extLst>
            </p:cNvPr>
            <p:cNvCxnSpPr>
              <a:cxnSpLocks/>
            </p:cNvCxnSpPr>
            <p:nvPr/>
          </p:nvCxnSpPr>
          <p:spPr>
            <a:xfrm>
              <a:off x="9326880" y="3523236"/>
              <a:ext cx="2377440" cy="444084"/>
            </a:xfrm>
            <a:prstGeom prst="curvedConnector3">
              <a:avLst>
                <a:gd name="adj1" fmla="val 27895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6E2C5538-A29F-FBB2-93D5-DE6007E99BE1}"/>
              </a:ext>
            </a:extLst>
          </p:cNvPr>
          <p:cNvCxnSpPr>
            <a:cxnSpLocks/>
          </p:cNvCxnSpPr>
          <p:nvPr/>
        </p:nvCxnSpPr>
        <p:spPr>
          <a:xfrm flipV="1">
            <a:off x="5351584" y="3414959"/>
            <a:ext cx="2377006" cy="293446"/>
          </a:xfrm>
          <a:prstGeom prst="curvedConnector3">
            <a:avLst>
              <a:gd name="adj1" fmla="val 25386"/>
            </a:avLst>
          </a:prstGeom>
          <a:ln w="19050">
            <a:solidFill>
              <a:srgbClr val="003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7262415E-48C3-64A1-B12D-90096553175D}"/>
              </a:ext>
            </a:extLst>
          </p:cNvPr>
          <p:cNvSpPr txBox="1"/>
          <p:nvPr/>
        </p:nvSpPr>
        <p:spPr>
          <a:xfrm>
            <a:off x="2791264" y="7562088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Levofloxacin</a:t>
            </a:r>
          </a:p>
        </p:txBody>
      </p:sp>
      <p:sp>
        <p:nvSpPr>
          <p:cNvPr id="116" name="Freeform 115">
            <a:extLst>
              <a:ext uri="{FF2B5EF4-FFF2-40B4-BE49-F238E27FC236}">
                <a16:creationId xmlns:a16="http://schemas.microsoft.com/office/drawing/2014/main" id="{B255ACE7-F0C7-7F35-A7D4-0E0DF90055CF}"/>
              </a:ext>
            </a:extLst>
          </p:cNvPr>
          <p:cNvSpPr/>
          <p:nvPr/>
        </p:nvSpPr>
        <p:spPr>
          <a:xfrm>
            <a:off x="5351584" y="3595238"/>
            <a:ext cx="955675" cy="282575"/>
          </a:xfrm>
          <a:custGeom>
            <a:avLst/>
            <a:gdLst>
              <a:gd name="connsiteX0" fmla="*/ 0 w 955675"/>
              <a:gd name="connsiteY0" fmla="*/ 282575 h 282575"/>
              <a:gd name="connsiteX1" fmla="*/ 346075 w 955675"/>
              <a:gd name="connsiteY1" fmla="*/ 212725 h 282575"/>
              <a:gd name="connsiteX2" fmla="*/ 593725 w 955675"/>
              <a:gd name="connsiteY2" fmla="*/ 66675 h 282575"/>
              <a:gd name="connsiteX3" fmla="*/ 955675 w 955675"/>
              <a:gd name="connsiteY3" fmla="*/ 0 h 282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5675" h="282575">
                <a:moveTo>
                  <a:pt x="0" y="282575"/>
                </a:moveTo>
                <a:cubicBezTo>
                  <a:pt x="123560" y="265641"/>
                  <a:pt x="247121" y="248708"/>
                  <a:pt x="346075" y="212725"/>
                </a:cubicBezTo>
                <a:cubicBezTo>
                  <a:pt x="445029" y="176742"/>
                  <a:pt x="492125" y="102129"/>
                  <a:pt x="593725" y="66675"/>
                </a:cubicBezTo>
                <a:cubicBezTo>
                  <a:pt x="695325" y="31221"/>
                  <a:pt x="825500" y="15610"/>
                  <a:pt x="955675" y="0"/>
                </a:cubicBezTo>
              </a:path>
            </a:pathLst>
          </a:custGeom>
          <a:noFill/>
          <a:ln w="19050">
            <a:solidFill>
              <a:srgbClr val="003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7" name="Curved Connector 116">
            <a:extLst>
              <a:ext uri="{FF2B5EF4-FFF2-40B4-BE49-F238E27FC236}">
                <a16:creationId xmlns:a16="http://schemas.microsoft.com/office/drawing/2014/main" id="{474CC4B8-0A7D-3811-3A97-5C016EB8EA3A}"/>
              </a:ext>
            </a:extLst>
          </p:cNvPr>
          <p:cNvCxnSpPr>
            <a:cxnSpLocks/>
          </p:cNvCxnSpPr>
          <p:nvPr/>
        </p:nvCxnSpPr>
        <p:spPr>
          <a:xfrm flipV="1">
            <a:off x="5178606" y="3047114"/>
            <a:ext cx="2563247" cy="143686"/>
          </a:xfrm>
          <a:prstGeom prst="curvedConnector3">
            <a:avLst>
              <a:gd name="adj1" fmla="val 27407"/>
            </a:avLst>
          </a:prstGeom>
          <a:ln w="38100">
            <a:solidFill>
              <a:srgbClr val="003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4CA9F67-8411-E889-6DC9-24E44BE39702}"/>
              </a:ext>
            </a:extLst>
          </p:cNvPr>
          <p:cNvSpPr>
            <a:spLocks noChangeAspect="1"/>
          </p:cNvSpPr>
          <p:nvPr/>
        </p:nvSpPr>
        <p:spPr>
          <a:xfrm>
            <a:off x="5178606" y="5181457"/>
            <a:ext cx="2377440" cy="2377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40BA987-3FCD-B0D9-B451-B3E29D763EA1}"/>
              </a:ext>
            </a:extLst>
          </p:cNvPr>
          <p:cNvGrpSpPr/>
          <p:nvPr/>
        </p:nvGrpSpPr>
        <p:grpSpPr>
          <a:xfrm>
            <a:off x="5127544" y="7224993"/>
            <a:ext cx="2430678" cy="324963"/>
            <a:chOff x="9275818" y="6378027"/>
            <a:chExt cx="2430678" cy="324963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92D86D90-0808-F837-81EA-AADB63E9D028}"/>
                </a:ext>
              </a:extLst>
            </p:cNvPr>
            <p:cNvCxnSpPr/>
            <p:nvPr/>
          </p:nvCxnSpPr>
          <p:spPr>
            <a:xfrm>
              <a:off x="9335871" y="6639022"/>
              <a:ext cx="2370625" cy="0"/>
            </a:xfrm>
            <a:prstGeom prst="line">
              <a:avLst/>
            </a:prstGeom>
            <a:ln w="15875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EDDA9EBD-20C2-206F-CE05-79F42746B707}"/>
                </a:ext>
              </a:extLst>
            </p:cNvPr>
            <p:cNvSpPr txBox="1"/>
            <p:nvPr/>
          </p:nvSpPr>
          <p:spPr>
            <a:xfrm>
              <a:off x="9275818" y="6378027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fusA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C522F43-94B3-24BF-A572-C39ABADA228A}"/>
                </a:ext>
              </a:extLst>
            </p:cNvPr>
            <p:cNvSpPr txBox="1"/>
            <p:nvPr/>
          </p:nvSpPr>
          <p:spPr>
            <a:xfrm>
              <a:off x="11076407" y="6425991"/>
              <a:ext cx="5950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P610L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B7BD518-A23F-222F-3195-E3C02909C561}"/>
              </a:ext>
            </a:extLst>
          </p:cNvPr>
          <p:cNvGrpSpPr/>
          <p:nvPr/>
        </p:nvGrpSpPr>
        <p:grpSpPr>
          <a:xfrm>
            <a:off x="5127544" y="5405650"/>
            <a:ext cx="2428502" cy="1615046"/>
            <a:chOff x="9275818" y="4558684"/>
            <a:chExt cx="2428502" cy="1615046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DB8622B9-0AB9-13DE-B542-86DE67480936}"/>
                </a:ext>
              </a:extLst>
            </p:cNvPr>
            <p:cNvSpPr txBox="1"/>
            <p:nvPr/>
          </p:nvSpPr>
          <p:spPr>
            <a:xfrm>
              <a:off x="9275818" y="5179916"/>
              <a:ext cx="51328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trkH</a:t>
              </a:r>
              <a:endPara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5" name="Curved Connector 124">
              <a:extLst>
                <a:ext uri="{FF2B5EF4-FFF2-40B4-BE49-F238E27FC236}">
                  <a16:creationId xmlns:a16="http://schemas.microsoft.com/office/drawing/2014/main" id="{7E70127F-8070-F9F7-602E-D834F9A545ED}"/>
                </a:ext>
              </a:extLst>
            </p:cNvPr>
            <p:cNvCxnSpPr>
              <a:cxnSpLocks/>
            </p:cNvCxnSpPr>
            <p:nvPr/>
          </p:nvCxnSpPr>
          <p:spPr>
            <a:xfrm>
              <a:off x="9326880" y="5481970"/>
              <a:ext cx="2377440" cy="77662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urved Connector 125">
              <a:extLst>
                <a:ext uri="{FF2B5EF4-FFF2-40B4-BE49-F238E27FC236}">
                  <a16:creationId xmlns:a16="http://schemas.microsoft.com/office/drawing/2014/main" id="{C6397EB4-2FAB-E5E9-F6F3-E4418C0985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5371030"/>
              <a:ext cx="2377440" cy="99761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urved Connector 126">
              <a:extLst>
                <a:ext uri="{FF2B5EF4-FFF2-40B4-BE49-F238E27FC236}">
                  <a16:creationId xmlns:a16="http://schemas.microsoft.com/office/drawing/2014/main" id="{E5179D28-3260-5535-8198-D9E64A76FE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4791800"/>
              <a:ext cx="2377440" cy="691160"/>
            </a:xfrm>
            <a:prstGeom prst="curvedConnector3">
              <a:avLst>
                <a:gd name="adj1" fmla="val 29228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urved Connector 127">
              <a:extLst>
                <a:ext uri="{FF2B5EF4-FFF2-40B4-BE49-F238E27FC236}">
                  <a16:creationId xmlns:a16="http://schemas.microsoft.com/office/drawing/2014/main" id="{C571B6FC-7A7C-5548-D245-0598C3669E73}"/>
                </a:ext>
              </a:extLst>
            </p:cNvPr>
            <p:cNvCxnSpPr>
              <a:cxnSpLocks/>
            </p:cNvCxnSpPr>
            <p:nvPr/>
          </p:nvCxnSpPr>
          <p:spPr>
            <a:xfrm>
              <a:off x="9326880" y="5481300"/>
              <a:ext cx="2377440" cy="460204"/>
            </a:xfrm>
            <a:prstGeom prst="curvedConnector3">
              <a:avLst>
                <a:gd name="adj1" fmla="val 31578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urved Connector 128">
              <a:extLst>
                <a:ext uri="{FF2B5EF4-FFF2-40B4-BE49-F238E27FC236}">
                  <a16:creationId xmlns:a16="http://schemas.microsoft.com/office/drawing/2014/main" id="{07FCB69C-0B3F-567C-AC83-3ED421881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4977066"/>
              <a:ext cx="2377440" cy="507661"/>
            </a:xfrm>
            <a:prstGeom prst="curvedConnector3">
              <a:avLst>
                <a:gd name="adj1" fmla="val 30084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urved Connector 129">
              <a:extLst>
                <a:ext uri="{FF2B5EF4-FFF2-40B4-BE49-F238E27FC236}">
                  <a16:creationId xmlns:a16="http://schemas.microsoft.com/office/drawing/2014/main" id="{78EEDDD0-3007-E7AA-4776-9442815F8C6E}"/>
                </a:ext>
              </a:extLst>
            </p:cNvPr>
            <p:cNvCxnSpPr>
              <a:cxnSpLocks/>
            </p:cNvCxnSpPr>
            <p:nvPr/>
          </p:nvCxnSpPr>
          <p:spPr>
            <a:xfrm>
              <a:off x="9326880" y="5487484"/>
              <a:ext cx="2377440" cy="660417"/>
            </a:xfrm>
            <a:prstGeom prst="curvedConnector3">
              <a:avLst>
                <a:gd name="adj1" fmla="val 28228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C40BDB3-8F26-F1DA-6EB3-8BC237968CBC}"/>
                </a:ext>
              </a:extLst>
            </p:cNvPr>
            <p:cNvSpPr txBox="1"/>
            <p:nvPr/>
          </p:nvSpPr>
          <p:spPr>
            <a:xfrm>
              <a:off x="11026056" y="5896731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L185Q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B74883D-20D1-E095-4632-5453F3CD9DFD}"/>
                </a:ext>
              </a:extLst>
            </p:cNvPr>
            <p:cNvSpPr txBox="1"/>
            <p:nvPr/>
          </p:nvSpPr>
          <p:spPr>
            <a:xfrm>
              <a:off x="11122639" y="4558684"/>
              <a:ext cx="5597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L80Q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1BD1FEE-A792-3044-1F3A-2D87FF864BBB}"/>
                </a:ext>
              </a:extLst>
            </p:cNvPr>
            <p:cNvSpPr txBox="1"/>
            <p:nvPr/>
          </p:nvSpPr>
          <p:spPr>
            <a:xfrm>
              <a:off x="11119700" y="4760132"/>
              <a:ext cx="5180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T20P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2DADBDE5-8421-1882-ED91-35391F9147E4}"/>
                </a:ext>
              </a:extLst>
            </p:cNvPr>
            <p:cNvSpPr txBox="1"/>
            <p:nvPr/>
          </p:nvSpPr>
          <p:spPr>
            <a:xfrm>
              <a:off x="11029762" y="4942782"/>
              <a:ext cx="6286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G156C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F1647F3-E15D-F6BB-93C0-15C9A727B6D9}"/>
                </a:ext>
              </a:extLst>
            </p:cNvPr>
            <p:cNvSpPr txBox="1"/>
            <p:nvPr/>
          </p:nvSpPr>
          <p:spPr>
            <a:xfrm>
              <a:off x="11042586" y="5135540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V155E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AB0788CF-BAE0-5A15-A923-1550D4C0236E}"/>
                </a:ext>
              </a:extLst>
            </p:cNvPr>
            <p:cNvSpPr txBox="1"/>
            <p:nvPr/>
          </p:nvSpPr>
          <p:spPr>
            <a:xfrm>
              <a:off x="11105808" y="5318847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indel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AAFDA768-4F5E-B13D-C895-1916C9CF4ACB}"/>
                </a:ext>
              </a:extLst>
            </p:cNvPr>
            <p:cNvSpPr txBox="1"/>
            <p:nvPr/>
          </p:nvSpPr>
          <p:spPr>
            <a:xfrm>
              <a:off x="11020849" y="5507986"/>
              <a:ext cx="6110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S105Y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2012C8E-5491-D221-8FEA-D1434A3E0027}"/>
                </a:ext>
              </a:extLst>
            </p:cNvPr>
            <p:cNvSpPr txBox="1"/>
            <p:nvPr/>
          </p:nvSpPr>
          <p:spPr>
            <a:xfrm>
              <a:off x="11000952" y="5702953"/>
              <a:ext cx="6367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Q159H</a:t>
              </a:r>
            </a:p>
          </p:txBody>
        </p:sp>
        <p:cxnSp>
          <p:nvCxnSpPr>
            <p:cNvPr id="139" name="Curved Connector 138">
              <a:extLst>
                <a:ext uri="{FF2B5EF4-FFF2-40B4-BE49-F238E27FC236}">
                  <a16:creationId xmlns:a16="http://schemas.microsoft.com/office/drawing/2014/main" id="{C12529EB-A7E3-D2AD-56EE-659D5D664138}"/>
                </a:ext>
              </a:extLst>
            </p:cNvPr>
            <p:cNvCxnSpPr>
              <a:cxnSpLocks/>
            </p:cNvCxnSpPr>
            <p:nvPr/>
          </p:nvCxnSpPr>
          <p:spPr>
            <a:xfrm>
              <a:off x="9326880" y="5481970"/>
              <a:ext cx="2377440" cy="260216"/>
            </a:xfrm>
            <a:prstGeom prst="curvedConnector3">
              <a:avLst>
                <a:gd name="adj1" fmla="val 36958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urved Connector 139">
              <a:extLst>
                <a:ext uri="{FF2B5EF4-FFF2-40B4-BE49-F238E27FC236}">
                  <a16:creationId xmlns:a16="http://schemas.microsoft.com/office/drawing/2014/main" id="{3E638F7E-7089-DEEA-0E0D-0522559E40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6880" y="5164162"/>
              <a:ext cx="2377440" cy="309814"/>
            </a:xfrm>
            <a:prstGeom prst="curvedConnector3">
              <a:avLst>
                <a:gd name="adj1" fmla="val 37407"/>
              </a:avLst>
            </a:prstGeom>
            <a:ln w="19050">
              <a:solidFill>
                <a:srgbClr val="003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1" name="Curved Connector 140">
            <a:extLst>
              <a:ext uri="{FF2B5EF4-FFF2-40B4-BE49-F238E27FC236}">
                <a16:creationId xmlns:a16="http://schemas.microsoft.com/office/drawing/2014/main" id="{81025EAC-9C3C-B3B0-0C5D-698EE2BDD56A}"/>
              </a:ext>
            </a:extLst>
          </p:cNvPr>
          <p:cNvCxnSpPr>
            <a:cxnSpLocks/>
          </p:cNvCxnSpPr>
          <p:nvPr/>
        </p:nvCxnSpPr>
        <p:spPr>
          <a:xfrm flipV="1">
            <a:off x="5196310" y="5636460"/>
            <a:ext cx="2377440" cy="691160"/>
          </a:xfrm>
          <a:prstGeom prst="curvedConnector3">
            <a:avLst>
              <a:gd name="adj1" fmla="val 29228"/>
            </a:avLst>
          </a:prstGeom>
          <a:ln w="38100">
            <a:solidFill>
              <a:srgbClr val="003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CC39C3B1-C806-4548-0423-EF57FAA7E15D}"/>
              </a:ext>
            </a:extLst>
          </p:cNvPr>
          <p:cNvSpPr txBox="1"/>
          <p:nvPr/>
        </p:nvSpPr>
        <p:spPr>
          <a:xfrm>
            <a:off x="5148072" y="7558897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Amikacin</a:t>
            </a:r>
          </a:p>
        </p:txBody>
      </p:sp>
    </p:spTree>
    <p:extLst>
      <p:ext uri="{BB962C8B-B14F-4D97-AF65-F5344CB8AC3E}">
        <p14:creationId xmlns:p14="http://schemas.microsoft.com/office/powerpoint/2010/main" val="410831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</TotalTime>
  <Words>69</Words>
  <Application>Microsoft Macintosh PowerPoint</Application>
  <PresentationFormat>Custom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Lyon</dc:creator>
  <cp:lastModifiedBy>Adam Lyon</cp:lastModifiedBy>
  <cp:revision>2</cp:revision>
  <dcterms:created xsi:type="dcterms:W3CDTF">2025-05-09T16:15:59Z</dcterms:created>
  <dcterms:modified xsi:type="dcterms:W3CDTF">2025-05-14T22:38:35Z</dcterms:modified>
</cp:coreProperties>
</file>