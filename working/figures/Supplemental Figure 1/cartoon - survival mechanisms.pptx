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1DE2"/>
    <a:srgbClr val="098F89"/>
    <a:srgbClr val="C038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34"/>
  </p:normalViewPr>
  <p:slideViewPr>
    <p:cSldViewPr snapToGrid="0">
      <p:cViewPr>
        <p:scale>
          <a:sx n="82" d="100"/>
          <a:sy n="82" d="100"/>
        </p:scale>
        <p:origin x="1600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3B6E0-1E3B-BC8D-2E3B-671A285B0F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638CF0-FB65-5CDF-20BC-7EE5411EBA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17AE7-61F0-D7C2-F3B8-B41B39F20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3DD15-2D76-794D-BB62-371B21D0580F}" type="datetimeFigureOut">
              <a:rPr lang="en-US" smtClean="0"/>
              <a:t>5/9/25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C4CE3F-A425-7611-1FA0-A4F85D95D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7C2B3-5924-7FC3-79C7-B6AD88E8F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56CE1-1CE2-734E-AFAD-E321EBE91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013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53449-651E-4CA3-25DA-C8B793843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EE10D-D50D-49F2-72E8-FB46579111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A10D5-9C30-8E0D-3196-C70B1B746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3DD15-2D76-794D-BB62-371B21D0580F}" type="datetimeFigureOut">
              <a:rPr lang="en-US" smtClean="0"/>
              <a:t>5/9/25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07F8C-3838-D201-E282-83557BABD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051EF-7EAC-A77C-43EC-6C2917DBB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56CE1-1CE2-734E-AFAD-E321EBE91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731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673A3-D4B5-1BE4-49AB-2FB1E1D14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8421C0-8069-C3E1-B485-D9DC173FB0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926CA-67DD-B2F5-DBCE-AA8B39CAD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3DD15-2D76-794D-BB62-371B21D0580F}" type="datetimeFigureOut">
              <a:rPr lang="en-US" smtClean="0"/>
              <a:t>5/9/25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47431-1C20-D1BE-3E8E-032F4E638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5245C-15A5-ABF7-7288-C7B009A78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56CE1-1CE2-734E-AFAD-E321EBE91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582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C246A-5CDB-DA82-E4DD-F1381CE27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D379F-208A-18FD-9AE8-3D95C73C5F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2F62E9-DC69-1F4C-1228-6276C8AE4D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609650-B80B-4EEA-6314-ADC4842AC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3DD15-2D76-794D-BB62-371B21D0580F}" type="datetimeFigureOut">
              <a:rPr lang="en-US" smtClean="0"/>
              <a:t>5/9/25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C4E9DC-0D01-92E3-EF98-714E2C88C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657A27-B7D6-610A-D5A2-CB2AABF2A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56CE1-1CE2-734E-AFAD-E321EBE91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251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ADB53-4398-4A05-7F35-BAC614D3B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44B958-E12C-2BB8-0CAE-61461C3D24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2153EB-72DC-5C96-DF2F-6267732AE0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12EBBF-AAD1-FC13-5301-23FC2A763C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61BA97-4082-3492-9531-E07A11B3AD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D10FCC-F574-EE4C-A475-8DBF5B228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3DD15-2D76-794D-BB62-371B21D0580F}" type="datetimeFigureOut">
              <a:rPr lang="en-US" smtClean="0"/>
              <a:t>5/9/25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44D321-7D39-3F23-B578-D32B85ED4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230BA7-EC1A-4CB1-8ADC-784160642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56CE1-1CE2-734E-AFAD-E321EBE91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834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A939F-B2AE-6AF7-66BF-364BDB0AB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F77BCC-D2A5-B32B-685C-26E611F0E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3DD15-2D76-794D-BB62-371B21D0580F}" type="datetimeFigureOut">
              <a:rPr lang="en-US" smtClean="0"/>
              <a:t>5/9/25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E5F4E-B7A5-6DAF-6EE2-7895F06D2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FA0C76-5F08-59C7-5596-A99FB2876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56CE1-1CE2-734E-AFAD-E321EBE91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96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D9AABD-803B-B7FC-B154-C68D57DAD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3DD15-2D76-794D-BB62-371B21D0580F}" type="datetimeFigureOut">
              <a:rPr lang="en-US" smtClean="0"/>
              <a:t>5/9/25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21AFFA-DA13-51ED-2A0E-ECB2B84ED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033FD-8103-DF73-1B62-DF215DC96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56CE1-1CE2-734E-AFAD-E321EBE91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304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8A913-48AE-26A5-8627-9F73AF0D0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154ED-EF8D-E92B-BA29-515EA0505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8AF3BE-3C8C-4733-9DBD-53D8C52FC6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B51FD8-372A-C532-8CF0-7AE85F527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3DD15-2D76-794D-BB62-371B21D0580F}" type="datetimeFigureOut">
              <a:rPr lang="en-US" smtClean="0"/>
              <a:t>5/9/25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F8450F-0DEE-ED6A-87D9-9E06FF395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3DED92-6015-2250-6E12-13B68B1E7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56CE1-1CE2-734E-AFAD-E321EBE91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565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2619B-6817-694F-72EC-469D3A95C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D8DAA5-7D73-CFF0-75EA-ECF8696414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465305-DDD9-ECC6-B7A8-9B77EB0877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2D7A9E-A5E2-F197-BE32-9C7DDE620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3DD15-2D76-794D-BB62-371B21D0580F}" type="datetimeFigureOut">
              <a:rPr lang="en-US" smtClean="0"/>
              <a:t>5/9/25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C86F95-1400-9B32-E3F9-16403617F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14F71-ECFF-4070-F4AD-64BF7C33E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56CE1-1CE2-734E-AFAD-E321EBE91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602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AED08-DABB-398D-4652-BD02AF789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9D2FD7-139E-10CD-D075-F156F5408E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97133-C028-3935-2514-66BBBC130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3DD15-2D76-794D-BB62-371B21D0580F}" type="datetimeFigureOut">
              <a:rPr lang="en-US" smtClean="0"/>
              <a:t>5/9/25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7AF829-5143-7C90-089B-DF4619D13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3246F9-8F87-5460-22A0-DC2C0EF85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56CE1-1CE2-734E-AFAD-E321EBE91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723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1E8D45-F6DD-5500-8AB2-778E1821BB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D8203D-2DBF-98A8-72F9-A2E26D96E2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94005-7A56-5D3D-817A-3682ED547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3DD15-2D76-794D-BB62-371B21D0580F}" type="datetimeFigureOut">
              <a:rPr lang="en-US" smtClean="0"/>
              <a:t>5/9/25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A9727C-5907-0D33-2EF8-9D7486590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3CEF9-5FF9-7D8C-5C88-36D07551B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56CE1-1CE2-734E-AFAD-E321EBE91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949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3BD892-E4E5-2640-E756-E6AECC26A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3C5E63-8364-C0DF-DC30-7D31BB09F9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3BD8E-0F7B-20B9-BBA5-7DEBB22B92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F3DD15-2D76-794D-BB62-371B21D0580F}" type="datetimeFigureOut">
              <a:rPr lang="en-US" smtClean="0"/>
              <a:t>5/9/25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038C7-9B1B-757A-7CE7-C0561CF9AC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CB4F3-5819-A5B6-6141-510A46E93C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656CE1-1CE2-734E-AFAD-E321EBE91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470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different types of lines&#10;&#10;AI-generated content may be incorrect.">
            <a:extLst>
              <a:ext uri="{FF2B5EF4-FFF2-40B4-BE49-F238E27FC236}">
                <a16:creationId xmlns:a16="http://schemas.microsoft.com/office/drawing/2014/main" id="{219ED9B7-C888-0217-AA26-53439F6F22B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86" r="75299" b="55187"/>
          <a:stretch/>
        </p:blipFill>
        <p:spPr bwMode="auto">
          <a:xfrm>
            <a:off x="1811056" y="2259105"/>
            <a:ext cx="2619033" cy="262453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1" name="Picture 30" descr="A diagram of different types of lines&#10;&#10;AI-generated content may be incorrect.">
            <a:extLst>
              <a:ext uri="{FF2B5EF4-FFF2-40B4-BE49-F238E27FC236}">
                <a16:creationId xmlns:a16="http://schemas.microsoft.com/office/drawing/2014/main" id="{5C93BD90-8812-03E5-9D4A-3BC56F2BD5B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50" t="4386" r="19173" b="55187"/>
          <a:stretch/>
        </p:blipFill>
        <p:spPr bwMode="auto">
          <a:xfrm>
            <a:off x="7265375" y="2209873"/>
            <a:ext cx="2987567" cy="262453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0" name="Picture 29" descr="A diagram of different types of lines&#10;&#10;AI-generated content may be incorrect.">
            <a:extLst>
              <a:ext uri="{FF2B5EF4-FFF2-40B4-BE49-F238E27FC236}">
                <a16:creationId xmlns:a16="http://schemas.microsoft.com/office/drawing/2014/main" id="{94501DC1-10B3-E285-410E-0049756F4E0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08" t="4386" r="47274" b="55187"/>
          <a:stretch/>
        </p:blipFill>
        <p:spPr bwMode="auto">
          <a:xfrm>
            <a:off x="4558092" y="2230697"/>
            <a:ext cx="2843356" cy="262453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5" name="Rectangle 64">
            <a:extLst>
              <a:ext uri="{FF2B5EF4-FFF2-40B4-BE49-F238E27FC236}">
                <a16:creationId xmlns:a16="http://schemas.microsoft.com/office/drawing/2014/main" id="{E5F96D55-E0CD-4220-FA0A-FD99F9D846B3}"/>
              </a:ext>
            </a:extLst>
          </p:cNvPr>
          <p:cNvSpPr/>
          <p:nvPr/>
        </p:nvSpPr>
        <p:spPr>
          <a:xfrm rot="5400000">
            <a:off x="6807555" y="3046910"/>
            <a:ext cx="1591691" cy="2462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AEE442D-6514-E50A-DA56-B07153D92F73}"/>
              </a:ext>
            </a:extLst>
          </p:cNvPr>
          <p:cNvSpPr/>
          <p:nvPr/>
        </p:nvSpPr>
        <p:spPr>
          <a:xfrm rot="5400000">
            <a:off x="4081747" y="3082864"/>
            <a:ext cx="1591691" cy="2462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E2F8AE4-EEB6-1DDF-CF0C-AB16FCA3653E}"/>
              </a:ext>
            </a:extLst>
          </p:cNvPr>
          <p:cNvSpPr/>
          <p:nvPr/>
        </p:nvSpPr>
        <p:spPr>
          <a:xfrm rot="5400000">
            <a:off x="1353286" y="3095257"/>
            <a:ext cx="1591691" cy="2462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E532CB-8917-BC95-B80E-7FF55DF626B3}"/>
              </a:ext>
            </a:extLst>
          </p:cNvPr>
          <p:cNvSpPr txBox="1"/>
          <p:nvPr/>
        </p:nvSpPr>
        <p:spPr>
          <a:xfrm>
            <a:off x="1858541" y="1843057"/>
            <a:ext cx="19511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C038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Antibiotic Resistance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087CCC-AAC4-4D04-5AE5-A86C8FDD628B}"/>
              </a:ext>
            </a:extLst>
          </p:cNvPr>
          <p:cNvSpPr txBox="1"/>
          <p:nvPr/>
        </p:nvSpPr>
        <p:spPr>
          <a:xfrm>
            <a:off x="4831793" y="1843057"/>
            <a:ext cx="18754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98F8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Antibiotic Tolerance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38DCE2-2769-E5ED-CBF8-2F7B0C078235}"/>
              </a:ext>
            </a:extLst>
          </p:cNvPr>
          <p:cNvSpPr txBox="1"/>
          <p:nvPr/>
        </p:nvSpPr>
        <p:spPr>
          <a:xfrm>
            <a:off x="7729320" y="1843057"/>
            <a:ext cx="19976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EA1D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Antibiotic Persistence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D1D096-575E-6902-AB22-49B5FF858B11}"/>
              </a:ext>
            </a:extLst>
          </p:cNvPr>
          <p:cNvSpPr txBox="1"/>
          <p:nvPr/>
        </p:nvSpPr>
        <p:spPr>
          <a:xfrm>
            <a:off x="8594928" y="3187102"/>
            <a:ext cx="1388408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EA1D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Persistent</a:t>
            </a:r>
            <a:endParaRPr 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E56571-1957-4951-2009-590836D62A7B}"/>
              </a:ext>
            </a:extLst>
          </p:cNvPr>
          <p:cNvSpPr txBox="1"/>
          <p:nvPr/>
        </p:nvSpPr>
        <p:spPr>
          <a:xfrm>
            <a:off x="6013039" y="3121223"/>
            <a:ext cx="927257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98F8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Tolerant</a:t>
            </a:r>
            <a:endParaRPr lang="en-US" sz="1400" dirty="0">
              <a:solidFill>
                <a:srgbClr val="098F89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B5A323-F905-95F8-14FC-8ED236C4273C}"/>
              </a:ext>
            </a:extLst>
          </p:cNvPr>
          <p:cNvSpPr txBox="1"/>
          <p:nvPr/>
        </p:nvSpPr>
        <p:spPr>
          <a:xfrm>
            <a:off x="3297932" y="2680455"/>
            <a:ext cx="1023565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C038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Resistant</a:t>
            </a:r>
            <a:endParaRPr lang="en-US" sz="1400" dirty="0">
              <a:solidFill>
                <a:srgbClr val="C0382F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07665E-9D4F-3149-7EF2-244F27B9DFBA}"/>
              </a:ext>
            </a:extLst>
          </p:cNvPr>
          <p:cNvSpPr txBox="1"/>
          <p:nvPr/>
        </p:nvSpPr>
        <p:spPr>
          <a:xfrm>
            <a:off x="2786150" y="3275111"/>
            <a:ext cx="1023565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Susceptible</a:t>
            </a:r>
            <a:endParaRPr 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43CB8A-8F79-857C-0393-F7EFE6780CBC}"/>
              </a:ext>
            </a:extLst>
          </p:cNvPr>
          <p:cNvSpPr txBox="1"/>
          <p:nvPr/>
        </p:nvSpPr>
        <p:spPr>
          <a:xfrm>
            <a:off x="5296590" y="2603169"/>
            <a:ext cx="1023565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Susceptible</a:t>
            </a:r>
            <a:endParaRPr lang="en-US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4652A6-540D-C42C-4022-20D8A24C29D1}"/>
              </a:ext>
            </a:extLst>
          </p:cNvPr>
          <p:cNvSpPr txBox="1"/>
          <p:nvPr/>
        </p:nvSpPr>
        <p:spPr>
          <a:xfrm>
            <a:off x="8003873" y="2663202"/>
            <a:ext cx="1023565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Susceptible</a:t>
            </a:r>
            <a:endParaRPr lang="en-US" sz="14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20C982-3485-43E3-8827-3A1CAAC834F7}"/>
              </a:ext>
            </a:extLst>
          </p:cNvPr>
          <p:cNvSpPr/>
          <p:nvPr/>
        </p:nvSpPr>
        <p:spPr>
          <a:xfrm rot="522795">
            <a:off x="9388460" y="4117751"/>
            <a:ext cx="739588" cy="3700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320685-7259-7F48-D0BF-6B15E4B5BDB8}"/>
              </a:ext>
            </a:extLst>
          </p:cNvPr>
          <p:cNvSpPr/>
          <p:nvPr/>
        </p:nvSpPr>
        <p:spPr>
          <a:xfrm rot="20294768">
            <a:off x="9521638" y="4008221"/>
            <a:ext cx="739588" cy="3700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9B6B635-00E4-ECDE-6CFE-7CAD981160B5}"/>
              </a:ext>
            </a:extLst>
          </p:cNvPr>
          <p:cNvSpPr/>
          <p:nvPr/>
        </p:nvSpPr>
        <p:spPr>
          <a:xfrm rot="522795">
            <a:off x="6635193" y="4117749"/>
            <a:ext cx="739588" cy="3700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50FB5F0-9F5C-6B4A-A089-DBE9938C77CB}"/>
              </a:ext>
            </a:extLst>
          </p:cNvPr>
          <p:cNvSpPr/>
          <p:nvPr/>
        </p:nvSpPr>
        <p:spPr>
          <a:xfrm rot="20294768">
            <a:off x="6699798" y="4081914"/>
            <a:ext cx="739588" cy="3700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54808EA-8819-46C6-2E90-DBDEBFB3884A}"/>
              </a:ext>
            </a:extLst>
          </p:cNvPr>
          <p:cNvSpPr/>
          <p:nvPr/>
        </p:nvSpPr>
        <p:spPr>
          <a:xfrm rot="522795">
            <a:off x="3817656" y="4124036"/>
            <a:ext cx="739588" cy="3700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FD1790D-3FAC-FF1E-2DC2-AD11E7ECB751}"/>
              </a:ext>
            </a:extLst>
          </p:cNvPr>
          <p:cNvSpPr/>
          <p:nvPr/>
        </p:nvSpPr>
        <p:spPr>
          <a:xfrm rot="20294768">
            <a:off x="3877958" y="4119132"/>
            <a:ext cx="739588" cy="3700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E839E2D-0571-8FAC-546E-54334D575B04}"/>
              </a:ext>
            </a:extLst>
          </p:cNvPr>
          <p:cNvSpPr txBox="1"/>
          <p:nvPr/>
        </p:nvSpPr>
        <p:spPr>
          <a:xfrm>
            <a:off x="9314167" y="4032504"/>
            <a:ext cx="8241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(h)</a:t>
            </a:r>
            <a:endParaRPr lang="en-US" sz="14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F2D66AC-FA1C-24EE-DF18-16EE8390AF1D}"/>
              </a:ext>
            </a:extLst>
          </p:cNvPr>
          <p:cNvSpPr txBox="1"/>
          <p:nvPr/>
        </p:nvSpPr>
        <p:spPr>
          <a:xfrm>
            <a:off x="6624933" y="4035230"/>
            <a:ext cx="8241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(h)</a:t>
            </a:r>
            <a:endParaRPr lang="en-US" sz="1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8D3C81F-7DA3-2F6E-B030-3BE0D0F09F30}"/>
              </a:ext>
            </a:extLst>
          </p:cNvPr>
          <p:cNvSpPr txBox="1"/>
          <p:nvPr/>
        </p:nvSpPr>
        <p:spPr>
          <a:xfrm>
            <a:off x="3835713" y="4035229"/>
            <a:ext cx="8241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(h)</a:t>
            </a:r>
            <a:endParaRPr lang="en-US" sz="14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E816AFB-EB88-38D7-39E2-82C78E906F2E}"/>
              </a:ext>
            </a:extLst>
          </p:cNvPr>
          <p:cNvSpPr/>
          <p:nvPr/>
        </p:nvSpPr>
        <p:spPr>
          <a:xfrm>
            <a:off x="2385126" y="4381703"/>
            <a:ext cx="739588" cy="3700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B73A87B-6CEF-A7EF-5472-83F34BF93B62}"/>
              </a:ext>
            </a:extLst>
          </p:cNvPr>
          <p:cNvSpPr txBox="1"/>
          <p:nvPr/>
        </p:nvSpPr>
        <p:spPr>
          <a:xfrm>
            <a:off x="2426228" y="4302788"/>
            <a:ext cx="10235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MDK</a:t>
            </a:r>
            <a:r>
              <a:rPr lang="en-US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99.9</a:t>
            </a:r>
            <a:endParaRPr lang="en-US" sz="1400" baseline="-2500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093DFCD-7DC1-4230-BC3C-6B32269DE85A}"/>
              </a:ext>
            </a:extLst>
          </p:cNvPr>
          <p:cNvSpPr/>
          <p:nvPr/>
        </p:nvSpPr>
        <p:spPr>
          <a:xfrm>
            <a:off x="5817510" y="4367177"/>
            <a:ext cx="739588" cy="3700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ED24DE0-20DE-EE6E-27F0-2E290653D606}"/>
              </a:ext>
            </a:extLst>
          </p:cNvPr>
          <p:cNvSpPr txBox="1"/>
          <p:nvPr/>
        </p:nvSpPr>
        <p:spPr>
          <a:xfrm>
            <a:off x="5858612" y="4306824"/>
            <a:ext cx="10235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98F8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MDK</a:t>
            </a:r>
            <a:r>
              <a:rPr lang="en-US" sz="1400" baseline="-25000" dirty="0">
                <a:solidFill>
                  <a:srgbClr val="098F8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99.9</a:t>
            </a:r>
            <a:endParaRPr lang="en-US" sz="1400" baseline="-25000" dirty="0">
              <a:solidFill>
                <a:srgbClr val="098F89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129580A-F033-3EC2-79FA-870B751AFC5D}"/>
              </a:ext>
            </a:extLst>
          </p:cNvPr>
          <p:cNvSpPr/>
          <p:nvPr/>
        </p:nvSpPr>
        <p:spPr>
          <a:xfrm>
            <a:off x="8248616" y="4349661"/>
            <a:ext cx="739588" cy="3700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B1287A5-6F8F-296C-D925-57110A274651}"/>
              </a:ext>
            </a:extLst>
          </p:cNvPr>
          <p:cNvSpPr txBox="1"/>
          <p:nvPr/>
        </p:nvSpPr>
        <p:spPr>
          <a:xfrm>
            <a:off x="8385907" y="4306824"/>
            <a:ext cx="10235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EA1D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MDK</a:t>
            </a:r>
            <a:r>
              <a:rPr lang="en-US" sz="1400" baseline="-25000" dirty="0">
                <a:solidFill>
                  <a:srgbClr val="EA1D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99.9</a:t>
            </a:r>
            <a:endParaRPr lang="en-US" sz="1400" baseline="-25000" dirty="0">
              <a:solidFill>
                <a:srgbClr val="EA1DE2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376AAB4-BE96-414E-FCC4-15053A1DF668}"/>
              </a:ext>
            </a:extLst>
          </p:cNvPr>
          <p:cNvSpPr/>
          <p:nvPr/>
        </p:nvSpPr>
        <p:spPr>
          <a:xfrm rot="5400000">
            <a:off x="1021285" y="3014374"/>
            <a:ext cx="1591691" cy="3700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45FB1EE-6199-7DF8-2838-A7C26B43C9BC}"/>
              </a:ext>
            </a:extLst>
          </p:cNvPr>
          <p:cNvSpPr txBox="1"/>
          <p:nvPr/>
        </p:nvSpPr>
        <p:spPr>
          <a:xfrm rot="16200000">
            <a:off x="1421349" y="3201924"/>
            <a:ext cx="8707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Fraction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0704627-AB0B-DA3D-DA05-9E83A72EFAB7}"/>
              </a:ext>
            </a:extLst>
          </p:cNvPr>
          <p:cNvSpPr/>
          <p:nvPr/>
        </p:nvSpPr>
        <p:spPr>
          <a:xfrm rot="5400000">
            <a:off x="3785984" y="3016897"/>
            <a:ext cx="1591691" cy="3700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778C3C6-940E-1D68-A64C-863978EB7F0B}"/>
              </a:ext>
            </a:extLst>
          </p:cNvPr>
          <p:cNvSpPr txBox="1"/>
          <p:nvPr/>
        </p:nvSpPr>
        <p:spPr>
          <a:xfrm rot="16200000">
            <a:off x="4186048" y="3204447"/>
            <a:ext cx="8707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Fraction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0C79C2A-5717-8ACE-DECF-2357AD677BE2}"/>
              </a:ext>
            </a:extLst>
          </p:cNvPr>
          <p:cNvSpPr/>
          <p:nvPr/>
        </p:nvSpPr>
        <p:spPr>
          <a:xfrm rot="5400000">
            <a:off x="6480113" y="3017520"/>
            <a:ext cx="1591691" cy="3700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18D9422-DEAF-DB22-42FB-2390DA0AB8D0}"/>
              </a:ext>
            </a:extLst>
          </p:cNvPr>
          <p:cNvSpPr txBox="1"/>
          <p:nvPr/>
        </p:nvSpPr>
        <p:spPr>
          <a:xfrm rot="16200000">
            <a:off x="6880177" y="3200400"/>
            <a:ext cx="8707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Fraction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9284F27-42F7-6801-D8A0-56317B18AB29}"/>
              </a:ext>
            </a:extLst>
          </p:cNvPr>
          <p:cNvSpPr txBox="1"/>
          <p:nvPr/>
        </p:nvSpPr>
        <p:spPr>
          <a:xfrm>
            <a:off x="1947672" y="2725095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1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B98E1D7-0203-3452-9ABB-4895FEF36971}"/>
              </a:ext>
            </a:extLst>
          </p:cNvPr>
          <p:cNvSpPr txBox="1"/>
          <p:nvPr/>
        </p:nvSpPr>
        <p:spPr>
          <a:xfrm>
            <a:off x="1947672" y="2973004"/>
            <a:ext cx="4235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1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F06AC10-F2C0-201B-DB94-E9EFED5A8C3E}"/>
              </a:ext>
            </a:extLst>
          </p:cNvPr>
          <p:cNvSpPr txBox="1"/>
          <p:nvPr/>
        </p:nvSpPr>
        <p:spPr>
          <a:xfrm>
            <a:off x="1947672" y="3230632"/>
            <a:ext cx="4235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1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E51A740-48D7-1FB0-BFC1-C7031CCCC917}"/>
              </a:ext>
            </a:extLst>
          </p:cNvPr>
          <p:cNvSpPr txBox="1"/>
          <p:nvPr/>
        </p:nvSpPr>
        <p:spPr>
          <a:xfrm>
            <a:off x="1947672" y="3485420"/>
            <a:ext cx="4235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1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F6F5B85-6AFE-086A-AC04-B4EF05A3D6A2}"/>
              </a:ext>
            </a:extLst>
          </p:cNvPr>
          <p:cNvSpPr txBox="1"/>
          <p:nvPr/>
        </p:nvSpPr>
        <p:spPr>
          <a:xfrm>
            <a:off x="1947672" y="3736169"/>
            <a:ext cx="4235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1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DA009DA-6F12-4D33-F54F-176F53176BDD}"/>
              </a:ext>
            </a:extLst>
          </p:cNvPr>
          <p:cNvSpPr txBox="1"/>
          <p:nvPr/>
        </p:nvSpPr>
        <p:spPr>
          <a:xfrm>
            <a:off x="4672584" y="2722809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1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A8F7736-874A-85ED-5AC1-AA723752321E}"/>
              </a:ext>
            </a:extLst>
          </p:cNvPr>
          <p:cNvSpPr txBox="1"/>
          <p:nvPr/>
        </p:nvSpPr>
        <p:spPr>
          <a:xfrm>
            <a:off x="4672584" y="2970718"/>
            <a:ext cx="4235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1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29CEC1D-6ADE-204E-3501-A03E49D1CCF0}"/>
              </a:ext>
            </a:extLst>
          </p:cNvPr>
          <p:cNvSpPr txBox="1"/>
          <p:nvPr/>
        </p:nvSpPr>
        <p:spPr>
          <a:xfrm>
            <a:off x="4672584" y="3228346"/>
            <a:ext cx="4235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1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604984C-EBB0-B9C3-6408-65167F4BF704}"/>
              </a:ext>
            </a:extLst>
          </p:cNvPr>
          <p:cNvSpPr txBox="1"/>
          <p:nvPr/>
        </p:nvSpPr>
        <p:spPr>
          <a:xfrm>
            <a:off x="4672584" y="3483134"/>
            <a:ext cx="4235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1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133A8D0-0101-40D2-FB88-75CAB8724AF7}"/>
              </a:ext>
            </a:extLst>
          </p:cNvPr>
          <p:cNvSpPr txBox="1"/>
          <p:nvPr/>
        </p:nvSpPr>
        <p:spPr>
          <a:xfrm>
            <a:off x="4672584" y="3733883"/>
            <a:ext cx="4235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1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85367C9-F887-23CF-91A4-A304E4B50418}"/>
              </a:ext>
            </a:extLst>
          </p:cNvPr>
          <p:cNvSpPr txBox="1"/>
          <p:nvPr/>
        </p:nvSpPr>
        <p:spPr>
          <a:xfrm>
            <a:off x="7406640" y="2711459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1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4D7FE6C-C317-46EC-AA97-FD178D5E7372}"/>
              </a:ext>
            </a:extLst>
          </p:cNvPr>
          <p:cNvSpPr txBox="1"/>
          <p:nvPr/>
        </p:nvSpPr>
        <p:spPr>
          <a:xfrm>
            <a:off x="7406640" y="2959368"/>
            <a:ext cx="4235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1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6BC4B8E-D3B2-F151-AE44-8A2C31345D6D}"/>
              </a:ext>
            </a:extLst>
          </p:cNvPr>
          <p:cNvSpPr txBox="1"/>
          <p:nvPr/>
        </p:nvSpPr>
        <p:spPr>
          <a:xfrm>
            <a:off x="7406640" y="3216996"/>
            <a:ext cx="4235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1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86E2BF1-5F64-84AD-165D-534034BB7F6D}"/>
              </a:ext>
            </a:extLst>
          </p:cNvPr>
          <p:cNvSpPr txBox="1"/>
          <p:nvPr/>
        </p:nvSpPr>
        <p:spPr>
          <a:xfrm>
            <a:off x="7406640" y="3471784"/>
            <a:ext cx="4235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1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CB5C5C6-D73B-C660-4B84-FA8E2E2BF24E}"/>
              </a:ext>
            </a:extLst>
          </p:cNvPr>
          <p:cNvSpPr txBox="1"/>
          <p:nvPr/>
        </p:nvSpPr>
        <p:spPr>
          <a:xfrm>
            <a:off x="7406640" y="3722533"/>
            <a:ext cx="4235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1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-4</a:t>
            </a:r>
          </a:p>
        </p:txBody>
      </p:sp>
    </p:spTree>
    <p:extLst>
      <p:ext uri="{BB962C8B-B14F-4D97-AF65-F5344CB8AC3E}">
        <p14:creationId xmlns:p14="http://schemas.microsoft.com/office/powerpoint/2010/main" val="1901986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45</Words>
  <Application>Microsoft Macintosh PowerPoint</Application>
  <PresentationFormat>Widescreen</PresentationFormat>
  <Paragraphs>33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Adam Lyon</dc:creator>
  <cp:lastModifiedBy>Adam Lyon</cp:lastModifiedBy>
  <cp:revision>1</cp:revision>
  <dcterms:created xsi:type="dcterms:W3CDTF">2025-05-09T16:25:19Z</dcterms:created>
  <dcterms:modified xsi:type="dcterms:W3CDTF">2025-05-09T16:46:18Z</dcterms:modified>
</cp:coreProperties>
</file>