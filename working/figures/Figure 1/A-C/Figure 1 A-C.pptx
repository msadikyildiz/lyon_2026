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828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0"/>
  </p:normalViewPr>
  <p:slideViewPr>
    <p:cSldViewPr snapToGrid="0">
      <p:cViewPr varScale="1">
        <p:scale>
          <a:sx n="79" d="100"/>
          <a:sy n="79" d="100"/>
        </p:scale>
        <p:origin x="26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6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709739"/>
            <a:ext cx="157734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2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8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8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9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63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5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3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A5397-0067-2645-824F-C02BCF288129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9299C-D7F1-7345-98E5-155FC0275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2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3D2DB8-E1BE-6001-BC44-5C3BDC4791B5}"/>
              </a:ext>
            </a:extLst>
          </p:cNvPr>
          <p:cNvCxnSpPr>
            <a:cxnSpLocks/>
          </p:cNvCxnSpPr>
          <p:nvPr/>
        </p:nvCxnSpPr>
        <p:spPr>
          <a:xfrm>
            <a:off x="9585179" y="2136996"/>
            <a:ext cx="538233" cy="414047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21A42F-BDA3-6229-98BA-DA023A99C992}"/>
              </a:ext>
            </a:extLst>
          </p:cNvPr>
          <p:cNvCxnSpPr>
            <a:cxnSpLocks/>
          </p:cNvCxnSpPr>
          <p:nvPr/>
        </p:nvCxnSpPr>
        <p:spPr>
          <a:xfrm flipV="1">
            <a:off x="9584379" y="1100261"/>
            <a:ext cx="539033" cy="456536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17B80B9-F862-E1E3-6764-FAA04E6B0BD8}"/>
              </a:ext>
            </a:extLst>
          </p:cNvPr>
          <p:cNvSpPr/>
          <p:nvPr/>
        </p:nvSpPr>
        <p:spPr>
          <a:xfrm>
            <a:off x="6484655" y="1557572"/>
            <a:ext cx="315310" cy="28276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CD7FAB-C8CC-085D-007E-4D696B1F7482}"/>
              </a:ext>
            </a:extLst>
          </p:cNvPr>
          <p:cNvCxnSpPr>
            <a:cxnSpLocks/>
          </p:cNvCxnSpPr>
          <p:nvPr/>
        </p:nvCxnSpPr>
        <p:spPr>
          <a:xfrm flipH="1">
            <a:off x="740255" y="3913815"/>
            <a:ext cx="438912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607E70-88BE-45D0-077A-1D6FAB89C8C7}"/>
              </a:ext>
            </a:extLst>
          </p:cNvPr>
          <p:cNvCxnSpPr>
            <a:cxnSpLocks/>
          </p:cNvCxnSpPr>
          <p:nvPr/>
        </p:nvCxnSpPr>
        <p:spPr>
          <a:xfrm>
            <a:off x="730733" y="1482760"/>
            <a:ext cx="0" cy="294322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1896816-C50B-4582-0AA7-7C2A7E48858A}"/>
              </a:ext>
            </a:extLst>
          </p:cNvPr>
          <p:cNvCxnSpPr>
            <a:cxnSpLocks/>
          </p:cNvCxnSpPr>
          <p:nvPr/>
        </p:nvCxnSpPr>
        <p:spPr>
          <a:xfrm flipH="1">
            <a:off x="692184" y="4395930"/>
            <a:ext cx="44900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DC84D75-4A05-15ED-C8C4-B7E5622B4C9B}"/>
              </a:ext>
            </a:extLst>
          </p:cNvPr>
          <p:cNvSpPr txBox="1"/>
          <p:nvPr/>
        </p:nvSpPr>
        <p:spPr>
          <a:xfrm>
            <a:off x="2445394" y="4463152"/>
            <a:ext cx="971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46D482-292A-7333-116D-7A9B2AE91515}"/>
              </a:ext>
            </a:extLst>
          </p:cNvPr>
          <p:cNvSpPr txBox="1"/>
          <p:nvPr/>
        </p:nvSpPr>
        <p:spPr>
          <a:xfrm rot="16200000">
            <a:off x="-692132" y="2676996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Concentration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46CFE6-2AA4-9B6F-2013-3CADD368987E}"/>
              </a:ext>
            </a:extLst>
          </p:cNvPr>
          <p:cNvSpPr txBox="1"/>
          <p:nvPr/>
        </p:nvSpPr>
        <p:spPr>
          <a:xfrm>
            <a:off x="1959780" y="3434103"/>
            <a:ext cx="843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5526D3-F218-1213-0102-20C6A31D39C3}"/>
              </a:ext>
            </a:extLst>
          </p:cNvPr>
          <p:cNvSpPr txBox="1"/>
          <p:nvPr/>
        </p:nvSpPr>
        <p:spPr>
          <a:xfrm>
            <a:off x="2128569" y="1280096"/>
            <a:ext cx="100380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509CCF-43EF-FCE2-BAC7-4D2A7A93C4DC}"/>
              </a:ext>
            </a:extLst>
          </p:cNvPr>
          <p:cNvSpPr txBox="1"/>
          <p:nvPr/>
        </p:nvSpPr>
        <p:spPr>
          <a:xfrm>
            <a:off x="3841021" y="3081750"/>
            <a:ext cx="131266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Trough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CF2E180-D831-954D-CA70-5C24F897634F}"/>
              </a:ext>
            </a:extLst>
          </p:cNvPr>
          <p:cNvCxnSpPr>
            <a:cxnSpLocks/>
          </p:cNvCxnSpPr>
          <p:nvPr/>
        </p:nvCxnSpPr>
        <p:spPr>
          <a:xfrm flipH="1">
            <a:off x="6126087" y="3912338"/>
            <a:ext cx="438912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D2FD7F-5A12-ACBB-0D81-E88B40516F3F}"/>
              </a:ext>
            </a:extLst>
          </p:cNvPr>
          <p:cNvCxnSpPr>
            <a:cxnSpLocks/>
          </p:cNvCxnSpPr>
          <p:nvPr/>
        </p:nvCxnSpPr>
        <p:spPr>
          <a:xfrm>
            <a:off x="6116565" y="1481283"/>
            <a:ext cx="0" cy="294322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D187CD5-4793-36AE-968D-E2F42D26BA2B}"/>
              </a:ext>
            </a:extLst>
          </p:cNvPr>
          <p:cNvCxnSpPr>
            <a:cxnSpLocks/>
          </p:cNvCxnSpPr>
          <p:nvPr/>
        </p:nvCxnSpPr>
        <p:spPr>
          <a:xfrm flipH="1">
            <a:off x="6078016" y="4394453"/>
            <a:ext cx="44900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4C00E0-15A0-7B8B-A0B6-7DE7279F2B9A}"/>
              </a:ext>
            </a:extLst>
          </p:cNvPr>
          <p:cNvSpPr txBox="1"/>
          <p:nvPr/>
        </p:nvSpPr>
        <p:spPr>
          <a:xfrm>
            <a:off x="7831226" y="4477441"/>
            <a:ext cx="971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AD12A-4108-4CCF-4E6F-ADD13942C9A3}"/>
              </a:ext>
            </a:extLst>
          </p:cNvPr>
          <p:cNvSpPr txBox="1"/>
          <p:nvPr/>
        </p:nvSpPr>
        <p:spPr>
          <a:xfrm rot="16200000">
            <a:off x="4693700" y="2675519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Concentration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889638-C054-A3F4-D680-8529608C7A9F}"/>
              </a:ext>
            </a:extLst>
          </p:cNvPr>
          <p:cNvSpPr/>
          <p:nvPr/>
        </p:nvSpPr>
        <p:spPr>
          <a:xfrm>
            <a:off x="7338998" y="1557571"/>
            <a:ext cx="315310" cy="28276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8C5E5F0-7B63-DE5D-FFDF-F316A973E4DE}"/>
              </a:ext>
            </a:extLst>
          </p:cNvPr>
          <p:cNvSpPr/>
          <p:nvPr/>
        </p:nvSpPr>
        <p:spPr>
          <a:xfrm>
            <a:off x="9269069" y="1557395"/>
            <a:ext cx="315310" cy="28276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EAE6C4F-675E-B0AA-318B-A24832AC0E00}"/>
              </a:ext>
            </a:extLst>
          </p:cNvPr>
          <p:cNvCxnSpPr/>
          <p:nvPr/>
        </p:nvCxnSpPr>
        <p:spPr>
          <a:xfrm>
            <a:off x="7735957" y="4296985"/>
            <a:ext cx="1463040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EC8619F-A515-1841-BB8F-EA0DFADB245F}"/>
              </a:ext>
            </a:extLst>
          </p:cNvPr>
          <p:cNvSpPr txBox="1"/>
          <p:nvPr/>
        </p:nvSpPr>
        <p:spPr>
          <a:xfrm>
            <a:off x="7697392" y="394707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 Daily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80A3336-1DC9-34C0-C67F-ECCF41C689A2}"/>
              </a:ext>
            </a:extLst>
          </p:cNvPr>
          <p:cNvCxnSpPr/>
          <p:nvPr/>
        </p:nvCxnSpPr>
        <p:spPr>
          <a:xfrm>
            <a:off x="9269069" y="1941443"/>
            <a:ext cx="3153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76E90151-2283-A16A-99AA-22D750C5C12D}"/>
              </a:ext>
            </a:extLst>
          </p:cNvPr>
          <p:cNvSpPr/>
          <p:nvPr/>
        </p:nvSpPr>
        <p:spPr>
          <a:xfrm>
            <a:off x="10267739" y="1374913"/>
            <a:ext cx="1070444" cy="13414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BBA946-156D-B52D-9A05-DD380C313A98}"/>
              </a:ext>
            </a:extLst>
          </p:cNvPr>
          <p:cNvSpPr/>
          <p:nvPr/>
        </p:nvSpPr>
        <p:spPr>
          <a:xfrm>
            <a:off x="10192613" y="2442586"/>
            <a:ext cx="1272072" cy="655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BE7C7C-827A-D881-8654-07317E2577CE}"/>
              </a:ext>
            </a:extLst>
          </p:cNvPr>
          <p:cNvSpPr/>
          <p:nvPr/>
        </p:nvSpPr>
        <p:spPr>
          <a:xfrm>
            <a:off x="10123412" y="1075283"/>
            <a:ext cx="1378985" cy="150297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8F11621-C239-4DA3-3B64-2879F1355AD2}"/>
              </a:ext>
            </a:extLst>
          </p:cNvPr>
          <p:cNvCxnSpPr>
            <a:cxnSpLocks/>
          </p:cNvCxnSpPr>
          <p:nvPr/>
        </p:nvCxnSpPr>
        <p:spPr>
          <a:xfrm>
            <a:off x="10296379" y="2165417"/>
            <a:ext cx="100584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1532733-64A4-6C8A-865E-1B441C3700E3}"/>
              </a:ext>
            </a:extLst>
          </p:cNvPr>
          <p:cNvSpPr txBox="1"/>
          <p:nvPr/>
        </p:nvSpPr>
        <p:spPr>
          <a:xfrm>
            <a:off x="10337751" y="179590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 hours</a:t>
            </a: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6C238E1C-CABB-84CA-F5E5-23A96F548809}"/>
              </a:ext>
            </a:extLst>
          </p:cNvPr>
          <p:cNvSpPr/>
          <p:nvPr/>
        </p:nvSpPr>
        <p:spPr>
          <a:xfrm>
            <a:off x="745021" y="1552416"/>
            <a:ext cx="4357688" cy="2846477"/>
          </a:xfrm>
          <a:custGeom>
            <a:avLst/>
            <a:gdLst>
              <a:gd name="connsiteX0" fmla="*/ 0 w 4357688"/>
              <a:gd name="connsiteY0" fmla="*/ 2846477 h 2846477"/>
              <a:gd name="connsiteX1" fmla="*/ 1071563 w 4357688"/>
              <a:gd name="connsiteY1" fmla="*/ 17552 h 2846477"/>
              <a:gd name="connsiteX2" fmla="*/ 2200275 w 4357688"/>
              <a:gd name="connsiteY2" fmla="*/ 1674902 h 2846477"/>
              <a:gd name="connsiteX3" fmla="*/ 4357688 w 4357688"/>
              <a:gd name="connsiteY3" fmla="*/ 2189252 h 284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7688" h="2846477">
                <a:moveTo>
                  <a:pt x="0" y="2846477"/>
                </a:moveTo>
                <a:cubicBezTo>
                  <a:pt x="352425" y="1529646"/>
                  <a:pt x="704850" y="212815"/>
                  <a:pt x="1071563" y="17552"/>
                </a:cubicBezTo>
                <a:cubicBezTo>
                  <a:pt x="1438276" y="-177711"/>
                  <a:pt x="1652588" y="1312952"/>
                  <a:pt x="2200275" y="1674902"/>
                </a:cubicBezTo>
                <a:cubicBezTo>
                  <a:pt x="2747962" y="2036852"/>
                  <a:pt x="3552825" y="2113052"/>
                  <a:pt x="4357688" y="2189252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19F7D40-7797-023B-DEC8-F9FBC181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317" y="1857770"/>
            <a:ext cx="467817" cy="126436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B82B58B9-3930-977C-9ADF-6ED974E214FF}"/>
              </a:ext>
            </a:extLst>
          </p:cNvPr>
          <p:cNvSpPr txBox="1"/>
          <p:nvPr/>
        </p:nvSpPr>
        <p:spPr>
          <a:xfrm rot="21600000">
            <a:off x="13756156" y="3739505"/>
            <a:ext cx="2098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overnight growth in </a:t>
            </a:r>
          </a:p>
          <a:p>
            <a:endParaRPr lang="en-US" i="1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31DB850-ADF7-406B-7F20-F77A2D28BCEA}"/>
              </a:ext>
            </a:extLst>
          </p:cNvPr>
          <p:cNvCxnSpPr>
            <a:cxnSpLocks/>
          </p:cNvCxnSpPr>
          <p:nvPr/>
        </p:nvCxnSpPr>
        <p:spPr>
          <a:xfrm>
            <a:off x="16968088" y="3233405"/>
            <a:ext cx="0" cy="997416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2DABACD-7E3D-17C5-3A34-8CB2689E1C23}"/>
              </a:ext>
            </a:extLst>
          </p:cNvPr>
          <p:cNvCxnSpPr>
            <a:cxnSpLocks/>
          </p:cNvCxnSpPr>
          <p:nvPr/>
        </p:nvCxnSpPr>
        <p:spPr>
          <a:xfrm flipH="1" flipV="1">
            <a:off x="12582125" y="4101129"/>
            <a:ext cx="4421611" cy="2639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3EAE352-9AF0-50E5-60C6-AE4AF58D6D6D}"/>
              </a:ext>
            </a:extLst>
          </p:cNvPr>
          <p:cNvCxnSpPr>
            <a:cxnSpLocks/>
          </p:cNvCxnSpPr>
          <p:nvPr/>
        </p:nvCxnSpPr>
        <p:spPr>
          <a:xfrm>
            <a:off x="12620225" y="3176255"/>
            <a:ext cx="0" cy="924874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3551835-4D00-C980-F77C-8E2CCB8F6B22}"/>
              </a:ext>
            </a:extLst>
          </p:cNvPr>
          <p:cNvSpPr txBox="1"/>
          <p:nvPr/>
        </p:nvSpPr>
        <p:spPr>
          <a:xfrm rot="21600000">
            <a:off x="13697843" y="4110146"/>
            <a:ext cx="2249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antibiotic-free media</a:t>
            </a:r>
          </a:p>
          <a:p>
            <a:endParaRPr lang="en-US" i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2F29D2-4C43-2C1D-26E1-CBF94594F406}"/>
              </a:ext>
            </a:extLst>
          </p:cNvPr>
          <p:cNvSpPr txBox="1"/>
          <p:nvPr/>
        </p:nvSpPr>
        <p:spPr>
          <a:xfrm rot="21600000">
            <a:off x="11634904" y="3262640"/>
            <a:ext cx="931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1:10</a:t>
            </a:r>
          </a:p>
          <a:p>
            <a:pPr algn="ctr"/>
            <a:r>
              <a:rPr lang="en-US" i="1" dirty="0"/>
              <a:t>dilution</a:t>
            </a:r>
          </a:p>
          <a:p>
            <a:pPr algn="ctr"/>
            <a:endParaRPr lang="en-US" i="1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39BBC69-4BFF-5697-7021-8CC73B1A5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659" y="1878969"/>
            <a:ext cx="467817" cy="1264369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F0B90E7-6198-39B4-B833-37A64ACCC12F}"/>
              </a:ext>
            </a:extLst>
          </p:cNvPr>
          <p:cNvCxnSpPr>
            <a:cxnSpLocks/>
          </p:cNvCxnSpPr>
          <p:nvPr/>
        </p:nvCxnSpPr>
        <p:spPr>
          <a:xfrm>
            <a:off x="16298886" y="1838720"/>
            <a:ext cx="0" cy="66132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CCD0560-B873-FAE0-6586-952FB1524286}"/>
              </a:ext>
            </a:extLst>
          </p:cNvPr>
          <p:cNvCxnSpPr>
            <a:cxnSpLocks/>
          </p:cNvCxnSpPr>
          <p:nvPr/>
        </p:nvCxnSpPr>
        <p:spPr>
          <a:xfrm>
            <a:off x="13117536" y="1838720"/>
            <a:ext cx="0" cy="66132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0E0CE13-887D-AEBD-BF39-7E975E967940}"/>
              </a:ext>
            </a:extLst>
          </p:cNvPr>
          <p:cNvCxnSpPr>
            <a:cxnSpLocks/>
          </p:cNvCxnSpPr>
          <p:nvPr/>
        </p:nvCxnSpPr>
        <p:spPr>
          <a:xfrm>
            <a:off x="16032186" y="2429270"/>
            <a:ext cx="0" cy="45720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2D0495A-F6F3-91F6-7DC3-5F62D9300A7E}"/>
              </a:ext>
            </a:extLst>
          </p:cNvPr>
          <p:cNvCxnSpPr>
            <a:cxnSpLocks/>
          </p:cNvCxnSpPr>
          <p:nvPr/>
        </p:nvCxnSpPr>
        <p:spPr>
          <a:xfrm>
            <a:off x="13346136" y="2429270"/>
            <a:ext cx="0" cy="45720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E50E16D-9465-138A-9ECA-7566C2E467EB}"/>
              </a:ext>
            </a:extLst>
          </p:cNvPr>
          <p:cNvSpPr txBox="1"/>
          <p:nvPr/>
        </p:nvSpPr>
        <p:spPr>
          <a:xfrm>
            <a:off x="12902060" y="1481283"/>
            <a:ext cx="124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CFU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5E7ABE5-057C-9B19-F395-33C480C83E35}"/>
              </a:ext>
            </a:extLst>
          </p:cNvPr>
          <p:cNvSpPr txBox="1"/>
          <p:nvPr/>
        </p:nvSpPr>
        <p:spPr>
          <a:xfrm>
            <a:off x="16099104" y="1481283"/>
            <a:ext cx="124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CFU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ED7FEE2-87B9-FA09-3F13-BEA1A29017CF}"/>
              </a:ext>
            </a:extLst>
          </p:cNvPr>
          <p:cNvSpPr txBox="1"/>
          <p:nvPr/>
        </p:nvSpPr>
        <p:spPr>
          <a:xfrm>
            <a:off x="13116794" y="2831749"/>
            <a:ext cx="155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antibiotic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CA5D1E-3BD3-2DFC-8DCA-9AC40AAB24AB}"/>
              </a:ext>
            </a:extLst>
          </p:cNvPr>
          <p:cNvSpPr txBox="1"/>
          <p:nvPr/>
        </p:nvSpPr>
        <p:spPr>
          <a:xfrm>
            <a:off x="14947698" y="2831749"/>
            <a:ext cx="191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antibiotic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0629068-F396-FFD7-DC15-374470ADF114}"/>
              </a:ext>
            </a:extLst>
          </p:cNvPr>
          <p:cNvSpPr txBox="1"/>
          <p:nvPr/>
        </p:nvSpPr>
        <p:spPr>
          <a:xfrm>
            <a:off x="14105809" y="2125716"/>
            <a:ext cx="1977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exposure duration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90C4872-6A05-30D9-8BF4-A9F45F95B5B6}"/>
              </a:ext>
            </a:extLst>
          </p:cNvPr>
          <p:cNvCxnSpPr>
            <a:cxnSpLocks/>
          </p:cNvCxnSpPr>
          <p:nvPr/>
        </p:nvCxnSpPr>
        <p:spPr>
          <a:xfrm>
            <a:off x="12965136" y="2466899"/>
            <a:ext cx="3714750" cy="0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27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28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Lyon</dc:creator>
  <cp:lastModifiedBy>Adam Lyon</cp:lastModifiedBy>
  <cp:revision>1</cp:revision>
  <dcterms:created xsi:type="dcterms:W3CDTF">2025-05-08T16:19:17Z</dcterms:created>
  <dcterms:modified xsi:type="dcterms:W3CDTF">2025-05-08T16:20:33Z</dcterms:modified>
</cp:coreProperties>
</file>